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9"/>
  </p:notesMasterIdLst>
  <p:sldIdLst>
    <p:sldId id="256" r:id="rId5"/>
    <p:sldId id="259" r:id="rId6"/>
    <p:sldId id="258" r:id="rId7"/>
    <p:sldId id="299" r:id="rId8"/>
    <p:sldId id="263" r:id="rId9"/>
    <p:sldId id="260" r:id="rId10"/>
    <p:sldId id="313" r:id="rId11"/>
    <p:sldId id="315" r:id="rId12"/>
    <p:sldId id="300" r:id="rId13"/>
    <p:sldId id="302" r:id="rId14"/>
    <p:sldId id="316" r:id="rId15"/>
    <p:sldId id="304" r:id="rId16"/>
    <p:sldId id="320" r:id="rId17"/>
    <p:sldId id="319" r:id="rId18"/>
    <p:sldId id="308" r:id="rId19"/>
    <p:sldId id="321" r:id="rId20"/>
    <p:sldId id="322" r:id="rId21"/>
    <p:sldId id="323" r:id="rId22"/>
    <p:sldId id="307" r:id="rId23"/>
    <p:sldId id="310" r:id="rId24"/>
    <p:sldId id="324" r:id="rId25"/>
    <p:sldId id="312" r:id="rId26"/>
    <p:sldId id="325" r:id="rId27"/>
    <p:sldId id="309" r:id="rId28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30"/>
    </p:embeddedFont>
    <p:embeddedFont>
      <p:font typeface="Fira Sans Extra Condensed Medium" panose="020B0604020202020204" charset="0"/>
      <p:regular r:id="rId31"/>
      <p:bold r:id="rId32"/>
      <p:italic r:id="rId33"/>
      <p:boldItalic r:id="rId34"/>
    </p:embeddedFont>
    <p:embeddedFont>
      <p:font typeface="Gloria Hallelujah" panose="020B0604020202020204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Pacifico" panose="00000500000000000000" pitchFamily="2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14C8A-B2A4-4CAE-8556-E7615F75EBC6}" v="101" dt="2026-05-09T02:10:25.891"/>
  </p1510:revLst>
</p1510:revInfo>
</file>

<file path=ppt/tableStyles.xml><?xml version="1.0" encoding="utf-8"?>
<a:tblStyleLst xmlns:a="http://schemas.openxmlformats.org/drawingml/2006/main" def="{A658B042-A1EE-4682-A7FF-593E2CC52B91}">
  <a:tblStyle styleId="{A658B042-A1EE-4682-A7FF-593E2CC52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52d32caf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52d32caf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44B5208F-91DB-C79C-BA2A-767C4A5B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>
            <a:extLst>
              <a:ext uri="{FF2B5EF4-FFF2-40B4-BE49-F238E27FC236}">
                <a16:creationId xmlns:a16="http://schemas.microsoft.com/office/drawing/2014/main" id="{5106D8BD-DA10-17B5-FAF0-FD6277DB4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>
            <a:extLst>
              <a:ext uri="{FF2B5EF4-FFF2-40B4-BE49-F238E27FC236}">
                <a16:creationId xmlns:a16="http://schemas.microsoft.com/office/drawing/2014/main" id="{ACC41E24-360E-E844-A8EA-1C5A7E22A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57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52d32caf4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52d32caf4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52d32caf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52d32caf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9A70A002-05B8-B563-E8AF-89B100BE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52d32caf41_0_10:notes">
            <a:extLst>
              <a:ext uri="{FF2B5EF4-FFF2-40B4-BE49-F238E27FC236}">
                <a16:creationId xmlns:a16="http://schemas.microsoft.com/office/drawing/2014/main" id="{7027B43F-A297-0CFA-E9C2-EB6EF76CF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52d32caf41_0_10:notes">
            <a:extLst>
              <a:ext uri="{FF2B5EF4-FFF2-40B4-BE49-F238E27FC236}">
                <a16:creationId xmlns:a16="http://schemas.microsoft.com/office/drawing/2014/main" id="{1AC501EB-9A62-168D-5775-B3B1890E5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731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4F88C2EA-915C-0028-1D88-73867A3D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EB091C93-D389-38DB-6110-30FC3CF61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5CDBA4FF-0717-A34C-8BB5-085BC659B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490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4894EB98-6FDB-D051-0742-B5D141EE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38BBCFD8-6FD9-A64E-9E47-78A687E80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1050B012-AF2C-4828-FCA6-AEEA0E16C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576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1412A197-60CE-628E-0717-003A4F9C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B25453CD-90A5-8FC7-A54E-1C4E665EF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2DC5D2C3-8D3F-D1E9-B3AB-E76B64265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20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BFC0430C-4863-F1C0-0C74-E49FFC51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71FFC403-FFF8-F35F-067F-65C50024C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5B355915-5EFA-2825-1FCF-808965056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357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DF191C17-2600-451F-F42B-5D8C98E0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03BE7BAD-7474-2FC1-D11F-7C3A35887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13C64DD4-4851-86F7-8636-83C892BF2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687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9F59ED94-96B6-4597-8A78-BEEEB0F5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6D01DA2A-B7D7-3C1B-8B63-C9FB000B5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8DE54DD8-3D95-A824-5235-6A853BAD2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535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>
          <a:extLst>
            <a:ext uri="{FF2B5EF4-FFF2-40B4-BE49-F238E27FC236}">
              <a16:creationId xmlns:a16="http://schemas.microsoft.com/office/drawing/2014/main" id="{6D6A9749-E60F-D0DC-C3EF-51D0DAB2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2d32caf41_0_25:notes">
            <a:extLst>
              <a:ext uri="{FF2B5EF4-FFF2-40B4-BE49-F238E27FC236}">
                <a16:creationId xmlns:a16="http://schemas.microsoft.com/office/drawing/2014/main" id="{D4B16068-24DA-0F8A-76D6-686CEFF89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2d32caf41_0_25:notes">
            <a:extLst>
              <a:ext uri="{FF2B5EF4-FFF2-40B4-BE49-F238E27FC236}">
                <a16:creationId xmlns:a16="http://schemas.microsoft.com/office/drawing/2014/main" id="{B8E23446-1E3B-BF03-77B7-6FB281292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2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70230D4E-0455-929E-5639-A1389E3B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>
            <a:extLst>
              <a:ext uri="{FF2B5EF4-FFF2-40B4-BE49-F238E27FC236}">
                <a16:creationId xmlns:a16="http://schemas.microsoft.com/office/drawing/2014/main" id="{8372C5FF-4C3B-1D7A-078E-04B6C6EDF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>
            <a:extLst>
              <a:ext uri="{FF2B5EF4-FFF2-40B4-BE49-F238E27FC236}">
                <a16:creationId xmlns:a16="http://schemas.microsoft.com/office/drawing/2014/main" id="{878D7DA6-A609-1F8B-F574-2CA3E39E1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631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FA94B9D6-A7CA-02B4-03C3-520A3751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>
            <a:extLst>
              <a:ext uri="{FF2B5EF4-FFF2-40B4-BE49-F238E27FC236}">
                <a16:creationId xmlns:a16="http://schemas.microsoft.com/office/drawing/2014/main" id="{561A74B8-6383-4B71-B5C2-8C09674FD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>
            <a:extLst>
              <a:ext uri="{FF2B5EF4-FFF2-40B4-BE49-F238E27FC236}">
                <a16:creationId xmlns:a16="http://schemas.microsoft.com/office/drawing/2014/main" id="{4E2C635B-B3CF-DDE5-34C2-E14F2DBE7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1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5DC089A0-22C3-7104-0DE1-140EBC0D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>
            <a:extLst>
              <a:ext uri="{FF2B5EF4-FFF2-40B4-BE49-F238E27FC236}">
                <a16:creationId xmlns:a16="http://schemas.microsoft.com/office/drawing/2014/main" id="{5DC7760B-F572-4D06-25B7-67D662DD46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>
            <a:extLst>
              <a:ext uri="{FF2B5EF4-FFF2-40B4-BE49-F238E27FC236}">
                <a16:creationId xmlns:a16="http://schemas.microsoft.com/office/drawing/2014/main" id="{6A571386-6BDB-24D4-A0E3-3F1205FE3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891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BAD84940-55B5-2EC3-3F0E-8CC18F94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2d32caf41_0_5:notes">
            <a:extLst>
              <a:ext uri="{FF2B5EF4-FFF2-40B4-BE49-F238E27FC236}">
                <a16:creationId xmlns:a16="http://schemas.microsoft.com/office/drawing/2014/main" id="{88A41FAA-77D8-D72D-6E87-65D2A01BF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2d32caf41_0_5:notes">
            <a:extLst>
              <a:ext uri="{FF2B5EF4-FFF2-40B4-BE49-F238E27FC236}">
                <a16:creationId xmlns:a16="http://schemas.microsoft.com/office/drawing/2014/main" id="{997349A3-761C-4FBA-F7CC-16B7EDE5D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20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97875" y="652375"/>
            <a:ext cx="5688401" cy="3992938"/>
          </a:xfrm>
          <a:custGeom>
            <a:avLst/>
            <a:gdLst/>
            <a:ahLst/>
            <a:cxnLst/>
            <a:rect l="l" t="t" r="r" b="b"/>
            <a:pathLst>
              <a:path w="13796" h="14030" extrusionOk="0">
                <a:moveTo>
                  <a:pt x="11018" y="1"/>
                </a:moveTo>
                <a:lnTo>
                  <a:pt x="0" y="3021"/>
                </a:lnTo>
                <a:lnTo>
                  <a:pt x="2769" y="14030"/>
                </a:lnTo>
                <a:cubicBezTo>
                  <a:pt x="5639" y="13612"/>
                  <a:pt x="8500" y="13135"/>
                  <a:pt x="11353" y="12608"/>
                </a:cubicBezTo>
                <a:cubicBezTo>
                  <a:pt x="11294" y="11771"/>
                  <a:pt x="11244" y="10935"/>
                  <a:pt x="11202" y="10098"/>
                </a:cubicBezTo>
                <a:cubicBezTo>
                  <a:pt x="12064" y="9789"/>
                  <a:pt x="12925" y="9504"/>
                  <a:pt x="13795" y="9245"/>
                </a:cubicBezTo>
                <a:cubicBezTo>
                  <a:pt x="12917" y="9128"/>
                  <a:pt x="12039" y="9036"/>
                  <a:pt x="11152" y="8985"/>
                </a:cubicBezTo>
                <a:cubicBezTo>
                  <a:pt x="11018" y="5999"/>
                  <a:pt x="10976" y="3004"/>
                  <a:pt x="110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243661" y="709114"/>
            <a:ext cx="5467809" cy="3684842"/>
          </a:xfrm>
          <a:custGeom>
            <a:avLst/>
            <a:gdLst/>
            <a:ahLst/>
            <a:cxnLst/>
            <a:rect l="l" t="t" r="r" b="b"/>
            <a:pathLst>
              <a:path w="13261" h="13189" extrusionOk="0">
                <a:moveTo>
                  <a:pt x="11288" y="337"/>
                </a:moveTo>
                <a:cubicBezTo>
                  <a:pt x="10886" y="3230"/>
                  <a:pt x="10563" y="6138"/>
                  <a:pt x="10326" y="9047"/>
                </a:cubicBezTo>
                <a:lnTo>
                  <a:pt x="10326" y="9047"/>
                </a:lnTo>
                <a:cubicBezTo>
                  <a:pt x="10302" y="9119"/>
                  <a:pt x="10324" y="9201"/>
                  <a:pt x="10411" y="9227"/>
                </a:cubicBezTo>
                <a:lnTo>
                  <a:pt x="10411" y="9227"/>
                </a:lnTo>
                <a:cubicBezTo>
                  <a:pt x="10424" y="9231"/>
                  <a:pt x="10437" y="9234"/>
                  <a:pt x="10451" y="9235"/>
                </a:cubicBezTo>
                <a:lnTo>
                  <a:pt x="10451" y="9235"/>
                </a:lnTo>
                <a:cubicBezTo>
                  <a:pt x="11077" y="9356"/>
                  <a:pt x="11699" y="9489"/>
                  <a:pt x="12316" y="9639"/>
                </a:cubicBezTo>
                <a:lnTo>
                  <a:pt x="12316" y="9639"/>
                </a:lnTo>
                <a:cubicBezTo>
                  <a:pt x="11658" y="9760"/>
                  <a:pt x="11003" y="9893"/>
                  <a:pt x="10349" y="10035"/>
                </a:cubicBezTo>
                <a:cubicBezTo>
                  <a:pt x="10282" y="10060"/>
                  <a:pt x="10232" y="10118"/>
                  <a:pt x="10232" y="10194"/>
                </a:cubicBezTo>
                <a:cubicBezTo>
                  <a:pt x="10177" y="10980"/>
                  <a:pt x="10122" y="11767"/>
                  <a:pt x="10073" y="12553"/>
                </a:cubicBezTo>
                <a:lnTo>
                  <a:pt x="10073" y="12553"/>
                </a:lnTo>
                <a:cubicBezTo>
                  <a:pt x="7267" y="12713"/>
                  <a:pt x="4468" y="12818"/>
                  <a:pt x="1662" y="12876"/>
                </a:cubicBezTo>
                <a:lnTo>
                  <a:pt x="1662" y="12876"/>
                </a:lnTo>
                <a:cubicBezTo>
                  <a:pt x="1214" y="9210"/>
                  <a:pt x="774" y="5551"/>
                  <a:pt x="334" y="1893"/>
                </a:cubicBezTo>
                <a:lnTo>
                  <a:pt x="334" y="1893"/>
                </a:lnTo>
                <a:lnTo>
                  <a:pt x="11288" y="337"/>
                </a:lnTo>
                <a:close/>
                <a:moveTo>
                  <a:pt x="11464" y="0"/>
                </a:moveTo>
                <a:cubicBezTo>
                  <a:pt x="11452" y="0"/>
                  <a:pt x="11440" y="1"/>
                  <a:pt x="11428" y="4"/>
                </a:cubicBezTo>
                <a:lnTo>
                  <a:pt x="117" y="1610"/>
                </a:lnTo>
                <a:cubicBezTo>
                  <a:pt x="50" y="1627"/>
                  <a:pt x="0" y="1686"/>
                  <a:pt x="9" y="1761"/>
                </a:cubicBezTo>
                <a:cubicBezTo>
                  <a:pt x="460" y="5517"/>
                  <a:pt x="912" y="9273"/>
                  <a:pt x="1364" y="13038"/>
                </a:cubicBezTo>
                <a:cubicBezTo>
                  <a:pt x="1364" y="13122"/>
                  <a:pt x="1439" y="13189"/>
                  <a:pt x="1523" y="13189"/>
                </a:cubicBezTo>
                <a:cubicBezTo>
                  <a:pt x="4426" y="13130"/>
                  <a:pt x="7320" y="13021"/>
                  <a:pt x="10223" y="12854"/>
                </a:cubicBezTo>
                <a:cubicBezTo>
                  <a:pt x="10307" y="12854"/>
                  <a:pt x="10374" y="12787"/>
                  <a:pt x="10374" y="12703"/>
                </a:cubicBezTo>
                <a:cubicBezTo>
                  <a:pt x="10421" y="11909"/>
                  <a:pt x="10477" y="11116"/>
                  <a:pt x="10532" y="10322"/>
                </a:cubicBezTo>
                <a:lnTo>
                  <a:pt x="10532" y="10322"/>
                </a:lnTo>
                <a:cubicBezTo>
                  <a:pt x="11386" y="10130"/>
                  <a:pt x="12240" y="9962"/>
                  <a:pt x="13101" y="9817"/>
                </a:cubicBezTo>
                <a:cubicBezTo>
                  <a:pt x="13260" y="9792"/>
                  <a:pt x="13243" y="9549"/>
                  <a:pt x="13101" y="9516"/>
                </a:cubicBezTo>
                <a:cubicBezTo>
                  <a:pt x="12290" y="9301"/>
                  <a:pt x="11471" y="9117"/>
                  <a:pt x="10645" y="8955"/>
                </a:cubicBezTo>
                <a:lnTo>
                  <a:pt x="10645" y="8955"/>
                </a:lnTo>
                <a:cubicBezTo>
                  <a:pt x="10894" y="6022"/>
                  <a:pt x="11217" y="3105"/>
                  <a:pt x="11629" y="197"/>
                </a:cubicBezTo>
                <a:cubicBezTo>
                  <a:pt x="11651" y="92"/>
                  <a:pt x="11566" y="0"/>
                  <a:pt x="114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flipH="1">
            <a:off x="3326150" y="3427650"/>
            <a:ext cx="24963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35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5400000">
            <a:off x="51826" y="196600"/>
            <a:ext cx="1888761" cy="1762891"/>
            <a:chOff x="7280351" y="0"/>
            <a:chExt cx="1888761" cy="1762891"/>
          </a:xfrm>
        </p:grpSpPr>
        <p:sp>
          <p:nvSpPr>
            <p:cNvPr id="13" name="Google Shape;13;p2"/>
            <p:cNvSpPr/>
            <p:nvPr/>
          </p:nvSpPr>
          <p:spPr>
            <a:xfrm>
              <a:off x="7712693" y="55876"/>
              <a:ext cx="264710" cy="134652"/>
            </a:xfrm>
            <a:custGeom>
              <a:avLst/>
              <a:gdLst/>
              <a:ahLst/>
              <a:cxnLst/>
              <a:rect l="l" t="t" r="r" b="b"/>
              <a:pathLst>
                <a:path w="3861" h="1964" extrusionOk="0">
                  <a:moveTo>
                    <a:pt x="1883" y="0"/>
                  </a:moveTo>
                  <a:cubicBezTo>
                    <a:pt x="1816" y="0"/>
                    <a:pt x="1745" y="27"/>
                    <a:pt x="1680" y="88"/>
                  </a:cubicBezTo>
                  <a:cubicBezTo>
                    <a:pt x="1560" y="184"/>
                    <a:pt x="1488" y="329"/>
                    <a:pt x="1440" y="485"/>
                  </a:cubicBezTo>
                  <a:cubicBezTo>
                    <a:pt x="1043" y="449"/>
                    <a:pt x="658" y="425"/>
                    <a:pt x="262" y="413"/>
                  </a:cubicBezTo>
                  <a:cubicBezTo>
                    <a:pt x="258" y="413"/>
                    <a:pt x="255" y="413"/>
                    <a:pt x="251" y="413"/>
                  </a:cubicBezTo>
                  <a:cubicBezTo>
                    <a:pt x="55" y="413"/>
                    <a:pt x="1" y="750"/>
                    <a:pt x="213" y="786"/>
                  </a:cubicBezTo>
                  <a:cubicBezTo>
                    <a:pt x="598" y="846"/>
                    <a:pt x="971" y="882"/>
                    <a:pt x="1355" y="930"/>
                  </a:cubicBezTo>
                  <a:cubicBezTo>
                    <a:pt x="1355" y="978"/>
                    <a:pt x="1343" y="1026"/>
                    <a:pt x="1343" y="1074"/>
                  </a:cubicBezTo>
                  <a:cubicBezTo>
                    <a:pt x="1343" y="1326"/>
                    <a:pt x="1367" y="1687"/>
                    <a:pt x="1584" y="1831"/>
                  </a:cubicBezTo>
                  <a:lnTo>
                    <a:pt x="1584" y="1843"/>
                  </a:lnTo>
                  <a:cubicBezTo>
                    <a:pt x="1623" y="1926"/>
                    <a:pt x="1697" y="1964"/>
                    <a:pt x="1768" y="1964"/>
                  </a:cubicBezTo>
                  <a:cubicBezTo>
                    <a:pt x="1872" y="1964"/>
                    <a:pt x="1968" y="1883"/>
                    <a:pt x="1932" y="1747"/>
                  </a:cubicBezTo>
                  <a:cubicBezTo>
                    <a:pt x="1932" y="1747"/>
                    <a:pt x="1932" y="1735"/>
                    <a:pt x="1920" y="1735"/>
                  </a:cubicBezTo>
                  <a:cubicBezTo>
                    <a:pt x="2005" y="1567"/>
                    <a:pt x="1944" y="1375"/>
                    <a:pt x="1957" y="1170"/>
                  </a:cubicBezTo>
                  <a:cubicBezTo>
                    <a:pt x="1957" y="1110"/>
                    <a:pt x="1969" y="1062"/>
                    <a:pt x="1981" y="1002"/>
                  </a:cubicBezTo>
                  <a:cubicBezTo>
                    <a:pt x="2449" y="1050"/>
                    <a:pt x="2918" y="1098"/>
                    <a:pt x="3387" y="1182"/>
                  </a:cubicBezTo>
                  <a:cubicBezTo>
                    <a:pt x="3406" y="1185"/>
                    <a:pt x="3424" y="1186"/>
                    <a:pt x="3442" y="1186"/>
                  </a:cubicBezTo>
                  <a:cubicBezTo>
                    <a:pt x="3802" y="1186"/>
                    <a:pt x="3860" y="629"/>
                    <a:pt x="3459" y="617"/>
                  </a:cubicBezTo>
                  <a:cubicBezTo>
                    <a:pt x="3014" y="605"/>
                    <a:pt x="2570" y="569"/>
                    <a:pt x="2125" y="533"/>
                  </a:cubicBezTo>
                  <a:cubicBezTo>
                    <a:pt x="2137" y="485"/>
                    <a:pt x="2149" y="425"/>
                    <a:pt x="2161" y="365"/>
                  </a:cubicBezTo>
                  <a:cubicBezTo>
                    <a:pt x="2195" y="167"/>
                    <a:pt x="2051" y="0"/>
                    <a:pt x="1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170674" y="0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61" y="0"/>
                  </a:moveTo>
                  <a:cubicBezTo>
                    <a:pt x="1570" y="0"/>
                    <a:pt x="1478" y="41"/>
                    <a:pt x="1419" y="134"/>
                  </a:cubicBezTo>
                  <a:cubicBezTo>
                    <a:pt x="1251" y="374"/>
                    <a:pt x="1155" y="651"/>
                    <a:pt x="1095" y="951"/>
                  </a:cubicBezTo>
                  <a:cubicBezTo>
                    <a:pt x="818" y="951"/>
                    <a:pt x="542" y="963"/>
                    <a:pt x="265" y="975"/>
                  </a:cubicBezTo>
                  <a:cubicBezTo>
                    <a:pt x="1" y="987"/>
                    <a:pt x="1" y="1360"/>
                    <a:pt x="265" y="1372"/>
                  </a:cubicBezTo>
                  <a:cubicBezTo>
                    <a:pt x="530" y="1384"/>
                    <a:pt x="794" y="1396"/>
                    <a:pt x="1071" y="1396"/>
                  </a:cubicBezTo>
                  <a:cubicBezTo>
                    <a:pt x="1059" y="1745"/>
                    <a:pt x="1107" y="2093"/>
                    <a:pt x="1191" y="2406"/>
                  </a:cubicBezTo>
                  <a:cubicBezTo>
                    <a:pt x="1224" y="2545"/>
                    <a:pt x="1328" y="2605"/>
                    <a:pt x="1437" y="2605"/>
                  </a:cubicBezTo>
                  <a:cubicBezTo>
                    <a:pt x="1601" y="2605"/>
                    <a:pt x="1775" y="2467"/>
                    <a:pt x="1732" y="2250"/>
                  </a:cubicBezTo>
                  <a:cubicBezTo>
                    <a:pt x="1672" y="1949"/>
                    <a:pt x="1672" y="1685"/>
                    <a:pt x="1696" y="1408"/>
                  </a:cubicBezTo>
                  <a:lnTo>
                    <a:pt x="1696" y="1408"/>
                  </a:lnTo>
                  <a:cubicBezTo>
                    <a:pt x="2092" y="1420"/>
                    <a:pt x="2489" y="1420"/>
                    <a:pt x="2886" y="1432"/>
                  </a:cubicBezTo>
                  <a:cubicBezTo>
                    <a:pt x="2889" y="1432"/>
                    <a:pt x="2893" y="1432"/>
                    <a:pt x="2897" y="1432"/>
                  </a:cubicBezTo>
                  <a:cubicBezTo>
                    <a:pt x="3215" y="1432"/>
                    <a:pt x="3219" y="915"/>
                    <a:pt x="2907" y="915"/>
                  </a:cubicBezTo>
                  <a:cubicBezTo>
                    <a:pt x="2900" y="915"/>
                    <a:pt x="2893" y="915"/>
                    <a:pt x="2886" y="915"/>
                  </a:cubicBezTo>
                  <a:cubicBezTo>
                    <a:pt x="2513" y="927"/>
                    <a:pt x="2153" y="927"/>
                    <a:pt x="1780" y="939"/>
                  </a:cubicBezTo>
                  <a:cubicBezTo>
                    <a:pt x="1828" y="747"/>
                    <a:pt x="1876" y="555"/>
                    <a:pt x="1936" y="350"/>
                  </a:cubicBezTo>
                  <a:cubicBezTo>
                    <a:pt x="1991" y="140"/>
                    <a:pt x="1828" y="0"/>
                    <a:pt x="1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590192" y="21322"/>
              <a:ext cx="206708" cy="175376"/>
            </a:xfrm>
            <a:custGeom>
              <a:avLst/>
              <a:gdLst/>
              <a:ahLst/>
              <a:cxnLst/>
              <a:rect l="l" t="t" r="r" b="b"/>
              <a:pathLst>
                <a:path w="3015" h="2558" extrusionOk="0">
                  <a:moveTo>
                    <a:pt x="1413" y="0"/>
                  </a:moveTo>
                  <a:cubicBezTo>
                    <a:pt x="1278" y="0"/>
                    <a:pt x="1142" y="93"/>
                    <a:pt x="1118" y="280"/>
                  </a:cubicBezTo>
                  <a:cubicBezTo>
                    <a:pt x="1094" y="496"/>
                    <a:pt x="1094" y="712"/>
                    <a:pt x="1094" y="929"/>
                  </a:cubicBezTo>
                  <a:cubicBezTo>
                    <a:pt x="806" y="929"/>
                    <a:pt x="529" y="941"/>
                    <a:pt x="253" y="953"/>
                  </a:cubicBezTo>
                  <a:cubicBezTo>
                    <a:pt x="0" y="965"/>
                    <a:pt x="0" y="1338"/>
                    <a:pt x="253" y="1350"/>
                  </a:cubicBezTo>
                  <a:cubicBezTo>
                    <a:pt x="541" y="1374"/>
                    <a:pt x="818" y="1374"/>
                    <a:pt x="1106" y="1386"/>
                  </a:cubicBezTo>
                  <a:cubicBezTo>
                    <a:pt x="1118" y="1698"/>
                    <a:pt x="1154" y="2011"/>
                    <a:pt x="1166" y="2323"/>
                  </a:cubicBezTo>
                  <a:cubicBezTo>
                    <a:pt x="1179" y="2480"/>
                    <a:pt x="1296" y="2558"/>
                    <a:pt x="1413" y="2558"/>
                  </a:cubicBezTo>
                  <a:cubicBezTo>
                    <a:pt x="1530" y="2558"/>
                    <a:pt x="1647" y="2480"/>
                    <a:pt x="1659" y="2323"/>
                  </a:cubicBezTo>
                  <a:cubicBezTo>
                    <a:pt x="1683" y="2023"/>
                    <a:pt x="1707" y="1710"/>
                    <a:pt x="1731" y="1398"/>
                  </a:cubicBezTo>
                  <a:cubicBezTo>
                    <a:pt x="2044" y="1410"/>
                    <a:pt x="2369" y="1410"/>
                    <a:pt x="2693" y="1410"/>
                  </a:cubicBezTo>
                  <a:cubicBezTo>
                    <a:pt x="2697" y="1410"/>
                    <a:pt x="2700" y="1410"/>
                    <a:pt x="2704" y="1410"/>
                  </a:cubicBezTo>
                  <a:cubicBezTo>
                    <a:pt x="3014" y="1410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700"/>
                    <a:pt x="1731" y="484"/>
                    <a:pt x="1707" y="280"/>
                  </a:cubicBezTo>
                  <a:cubicBezTo>
                    <a:pt x="1683" y="93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948349" y="22282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2" y="1"/>
                  </a:moveTo>
                  <a:cubicBezTo>
                    <a:pt x="1668" y="1"/>
                    <a:pt x="1558" y="63"/>
                    <a:pt x="1520" y="206"/>
                  </a:cubicBezTo>
                  <a:cubicBezTo>
                    <a:pt x="1436" y="482"/>
                    <a:pt x="1376" y="759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2"/>
                    <a:pt x="250" y="902"/>
                  </a:cubicBezTo>
                  <a:cubicBezTo>
                    <a:pt x="50" y="902"/>
                    <a:pt x="1" y="1253"/>
                    <a:pt x="222" y="1288"/>
                  </a:cubicBezTo>
                  <a:cubicBezTo>
                    <a:pt x="559" y="1348"/>
                    <a:pt x="895" y="1396"/>
                    <a:pt x="1232" y="1456"/>
                  </a:cubicBezTo>
                  <a:cubicBezTo>
                    <a:pt x="1148" y="1816"/>
                    <a:pt x="1075" y="2189"/>
                    <a:pt x="1003" y="2550"/>
                  </a:cubicBezTo>
                  <a:cubicBezTo>
                    <a:pt x="967" y="2725"/>
                    <a:pt x="1109" y="2843"/>
                    <a:pt x="1244" y="2843"/>
                  </a:cubicBezTo>
                  <a:cubicBezTo>
                    <a:pt x="1331" y="2843"/>
                    <a:pt x="1415" y="2795"/>
                    <a:pt x="1448" y="2682"/>
                  </a:cubicBezTo>
                  <a:cubicBezTo>
                    <a:pt x="1556" y="2297"/>
                    <a:pt x="1677" y="1925"/>
                    <a:pt x="1785" y="1540"/>
                  </a:cubicBezTo>
                  <a:cubicBezTo>
                    <a:pt x="2121" y="1588"/>
                    <a:pt x="2470" y="1648"/>
                    <a:pt x="2806" y="1708"/>
                  </a:cubicBezTo>
                  <a:cubicBezTo>
                    <a:pt x="2826" y="1712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5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912751" y="260115"/>
              <a:ext cx="239069" cy="169069"/>
            </a:xfrm>
            <a:custGeom>
              <a:avLst/>
              <a:gdLst/>
              <a:ahLst/>
              <a:cxnLst/>
              <a:rect l="l" t="t" r="r" b="b"/>
              <a:pathLst>
                <a:path w="3487" h="2466" extrusionOk="0">
                  <a:moveTo>
                    <a:pt x="2219" y="0"/>
                  </a:moveTo>
                  <a:cubicBezTo>
                    <a:pt x="2135" y="0"/>
                    <a:pt x="2050" y="39"/>
                    <a:pt x="1996" y="127"/>
                  </a:cubicBezTo>
                  <a:cubicBezTo>
                    <a:pt x="1839" y="367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1"/>
                    <a:pt x="253" y="1353"/>
                  </a:cubicBezTo>
                  <a:cubicBezTo>
                    <a:pt x="721" y="1377"/>
                    <a:pt x="1202" y="1389"/>
                    <a:pt x="1683" y="1401"/>
                  </a:cubicBezTo>
                  <a:cubicBezTo>
                    <a:pt x="1695" y="1749"/>
                    <a:pt x="1767" y="2086"/>
                    <a:pt x="1900" y="2387"/>
                  </a:cubicBezTo>
                  <a:cubicBezTo>
                    <a:pt x="1922" y="2442"/>
                    <a:pt x="1968" y="2465"/>
                    <a:pt x="2016" y="2465"/>
                  </a:cubicBezTo>
                  <a:cubicBezTo>
                    <a:pt x="2093" y="2465"/>
                    <a:pt x="2176" y="2404"/>
                    <a:pt x="2176" y="2314"/>
                  </a:cubicBezTo>
                  <a:cubicBezTo>
                    <a:pt x="2164" y="2014"/>
                    <a:pt x="2152" y="1701"/>
                    <a:pt x="2188" y="1413"/>
                  </a:cubicBezTo>
                  <a:lnTo>
                    <a:pt x="3162" y="1413"/>
                  </a:lnTo>
                  <a:cubicBezTo>
                    <a:pt x="3486" y="1413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6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33846" y="241741"/>
              <a:ext cx="256414" cy="192105"/>
            </a:xfrm>
            <a:custGeom>
              <a:avLst/>
              <a:gdLst/>
              <a:ahLst/>
              <a:cxnLst/>
              <a:rect l="l" t="t" r="r" b="b"/>
              <a:pathLst>
                <a:path w="3740" h="2802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1"/>
                    <a:pt x="1383" y="479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4"/>
                    <a:pt x="217" y="1008"/>
                  </a:cubicBezTo>
                  <a:cubicBezTo>
                    <a:pt x="590" y="1056"/>
                    <a:pt x="987" y="1092"/>
                    <a:pt x="1383" y="1092"/>
                  </a:cubicBezTo>
                  <a:cubicBezTo>
                    <a:pt x="1395" y="1597"/>
                    <a:pt x="1431" y="2102"/>
                    <a:pt x="1455" y="2594"/>
                  </a:cubicBezTo>
                  <a:cubicBezTo>
                    <a:pt x="1461" y="2733"/>
                    <a:pt x="1564" y="2802"/>
                    <a:pt x="1666" y="2802"/>
                  </a:cubicBezTo>
                  <a:cubicBezTo>
                    <a:pt x="1768" y="2802"/>
                    <a:pt x="1870" y="2733"/>
                    <a:pt x="1876" y="2594"/>
                  </a:cubicBezTo>
                  <a:cubicBezTo>
                    <a:pt x="1900" y="2102"/>
                    <a:pt x="1936" y="1597"/>
                    <a:pt x="1948" y="1104"/>
                  </a:cubicBezTo>
                  <a:cubicBezTo>
                    <a:pt x="2441" y="1104"/>
                    <a:pt x="2934" y="1092"/>
                    <a:pt x="3415" y="1092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cubicBezTo>
                    <a:pt x="3255" y="591"/>
                    <a:pt x="3093" y="592"/>
                    <a:pt x="2930" y="592"/>
                  </a:cubicBezTo>
                  <a:cubicBezTo>
                    <a:pt x="2605" y="592"/>
                    <a:pt x="2277" y="587"/>
                    <a:pt x="1948" y="587"/>
                  </a:cubicBezTo>
                  <a:cubicBezTo>
                    <a:pt x="1948" y="479"/>
                    <a:pt x="1948" y="371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712160" y="264023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6"/>
                    <a:pt x="1143" y="226"/>
                  </a:cubicBezTo>
                  <a:cubicBezTo>
                    <a:pt x="1119" y="454"/>
                    <a:pt x="1106" y="683"/>
                    <a:pt x="1119" y="911"/>
                  </a:cubicBezTo>
                  <a:cubicBezTo>
                    <a:pt x="818" y="911"/>
                    <a:pt x="517" y="923"/>
                    <a:pt x="217" y="935"/>
                  </a:cubicBezTo>
                  <a:cubicBezTo>
                    <a:pt x="1" y="935"/>
                    <a:pt x="1" y="1272"/>
                    <a:pt x="217" y="1272"/>
                  </a:cubicBezTo>
                  <a:cubicBezTo>
                    <a:pt x="517" y="1284"/>
                    <a:pt x="830" y="1296"/>
                    <a:pt x="1131" y="1296"/>
                  </a:cubicBezTo>
                  <a:cubicBezTo>
                    <a:pt x="1143" y="1620"/>
                    <a:pt x="1167" y="1957"/>
                    <a:pt x="1179" y="2269"/>
                  </a:cubicBezTo>
                  <a:cubicBezTo>
                    <a:pt x="1185" y="2402"/>
                    <a:pt x="1287" y="2468"/>
                    <a:pt x="1387" y="2468"/>
                  </a:cubicBezTo>
                  <a:cubicBezTo>
                    <a:pt x="1488" y="2468"/>
                    <a:pt x="1587" y="2402"/>
                    <a:pt x="1587" y="2269"/>
                  </a:cubicBezTo>
                  <a:cubicBezTo>
                    <a:pt x="1599" y="1957"/>
                    <a:pt x="1623" y="1632"/>
                    <a:pt x="1647" y="1308"/>
                  </a:cubicBezTo>
                  <a:cubicBezTo>
                    <a:pt x="2140" y="1320"/>
                    <a:pt x="2633" y="1332"/>
                    <a:pt x="3126" y="1344"/>
                  </a:cubicBezTo>
                  <a:cubicBezTo>
                    <a:pt x="3427" y="1344"/>
                    <a:pt x="3427" y="863"/>
                    <a:pt x="3126" y="863"/>
                  </a:cubicBezTo>
                  <a:cubicBezTo>
                    <a:pt x="2633" y="875"/>
                    <a:pt x="2152" y="887"/>
                    <a:pt x="1659" y="899"/>
                  </a:cubicBezTo>
                  <a:cubicBezTo>
                    <a:pt x="1659" y="671"/>
                    <a:pt x="1647" y="442"/>
                    <a:pt x="1623" y="226"/>
                  </a:cubicBezTo>
                  <a:cubicBezTo>
                    <a:pt x="1605" y="76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912751" y="724676"/>
              <a:ext cx="239069" cy="168726"/>
            </a:xfrm>
            <a:custGeom>
              <a:avLst/>
              <a:gdLst/>
              <a:ahLst/>
              <a:cxnLst/>
              <a:rect l="l" t="t" r="r" b="b"/>
              <a:pathLst>
                <a:path w="3487" h="2461" extrusionOk="0">
                  <a:moveTo>
                    <a:pt x="2215" y="0"/>
                  </a:moveTo>
                  <a:cubicBezTo>
                    <a:pt x="2132" y="0"/>
                    <a:pt x="2049" y="36"/>
                    <a:pt x="1996" y="118"/>
                  </a:cubicBezTo>
                  <a:cubicBezTo>
                    <a:pt x="1839" y="359"/>
                    <a:pt x="1755" y="635"/>
                    <a:pt x="1707" y="912"/>
                  </a:cubicBezTo>
                  <a:cubicBezTo>
                    <a:pt x="1226" y="924"/>
                    <a:pt x="733" y="936"/>
                    <a:pt x="253" y="960"/>
                  </a:cubicBezTo>
                  <a:cubicBezTo>
                    <a:pt x="0" y="972"/>
                    <a:pt x="0" y="1345"/>
                    <a:pt x="253" y="1357"/>
                  </a:cubicBezTo>
                  <a:cubicBezTo>
                    <a:pt x="721" y="1369"/>
                    <a:pt x="1202" y="1393"/>
                    <a:pt x="1683" y="1405"/>
                  </a:cubicBezTo>
                  <a:cubicBezTo>
                    <a:pt x="1695" y="1741"/>
                    <a:pt x="1767" y="2090"/>
                    <a:pt x="1900" y="2390"/>
                  </a:cubicBezTo>
                  <a:cubicBezTo>
                    <a:pt x="1922" y="2440"/>
                    <a:pt x="1966" y="2460"/>
                    <a:pt x="2012" y="2460"/>
                  </a:cubicBezTo>
                  <a:cubicBezTo>
                    <a:pt x="2091" y="2460"/>
                    <a:pt x="2176" y="2401"/>
                    <a:pt x="2176" y="2318"/>
                  </a:cubicBezTo>
                  <a:cubicBezTo>
                    <a:pt x="2164" y="2018"/>
                    <a:pt x="2152" y="1705"/>
                    <a:pt x="2188" y="1405"/>
                  </a:cubicBezTo>
                  <a:cubicBezTo>
                    <a:pt x="2513" y="1405"/>
                    <a:pt x="2837" y="1417"/>
                    <a:pt x="3162" y="1417"/>
                  </a:cubicBezTo>
                  <a:cubicBezTo>
                    <a:pt x="3486" y="1405"/>
                    <a:pt x="3486" y="900"/>
                    <a:pt x="3162" y="900"/>
                  </a:cubicBezTo>
                  <a:cubicBezTo>
                    <a:pt x="2873" y="900"/>
                    <a:pt x="2585" y="900"/>
                    <a:pt x="2296" y="912"/>
                  </a:cubicBezTo>
                  <a:cubicBezTo>
                    <a:pt x="2344" y="707"/>
                    <a:pt x="2416" y="527"/>
                    <a:pt x="2477" y="323"/>
                  </a:cubicBezTo>
                  <a:cubicBezTo>
                    <a:pt x="2532" y="133"/>
                    <a:pt x="237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33846" y="705959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12160" y="728241"/>
              <a:ext cx="234955" cy="169000"/>
            </a:xfrm>
            <a:custGeom>
              <a:avLst/>
              <a:gdLst/>
              <a:ahLst/>
              <a:cxnLst/>
              <a:rect l="l" t="t" r="r" b="b"/>
              <a:pathLst>
                <a:path w="3427" h="2465" extrusionOk="0">
                  <a:moveTo>
                    <a:pt x="1387" y="0"/>
                  </a:moveTo>
                  <a:cubicBezTo>
                    <a:pt x="1278" y="0"/>
                    <a:pt x="1167" y="78"/>
                    <a:pt x="1143" y="235"/>
                  </a:cubicBezTo>
                  <a:cubicBezTo>
                    <a:pt x="1119" y="451"/>
                    <a:pt x="1106" y="679"/>
                    <a:pt x="1119" y="908"/>
                  </a:cubicBezTo>
                  <a:cubicBezTo>
                    <a:pt x="818" y="920"/>
                    <a:pt x="517" y="920"/>
                    <a:pt x="217" y="932"/>
                  </a:cubicBezTo>
                  <a:cubicBezTo>
                    <a:pt x="1" y="944"/>
                    <a:pt x="1" y="1268"/>
                    <a:pt x="217" y="1280"/>
                  </a:cubicBezTo>
                  <a:cubicBezTo>
                    <a:pt x="517" y="1293"/>
                    <a:pt x="830" y="1293"/>
                    <a:pt x="1131" y="1305"/>
                  </a:cubicBezTo>
                  <a:cubicBezTo>
                    <a:pt x="1143" y="1629"/>
                    <a:pt x="1167" y="1954"/>
                    <a:pt x="1179" y="2266"/>
                  </a:cubicBezTo>
                  <a:cubicBezTo>
                    <a:pt x="1185" y="2398"/>
                    <a:pt x="1287" y="2465"/>
                    <a:pt x="1387" y="2465"/>
                  </a:cubicBezTo>
                  <a:cubicBezTo>
                    <a:pt x="1488" y="2465"/>
                    <a:pt x="1587" y="2398"/>
                    <a:pt x="1587" y="2266"/>
                  </a:cubicBezTo>
                  <a:cubicBezTo>
                    <a:pt x="1599" y="1954"/>
                    <a:pt x="1623" y="1641"/>
                    <a:pt x="1647" y="1317"/>
                  </a:cubicBezTo>
                  <a:cubicBezTo>
                    <a:pt x="2140" y="1329"/>
                    <a:pt x="2633" y="1329"/>
                    <a:pt x="3126" y="1341"/>
                  </a:cubicBezTo>
                  <a:cubicBezTo>
                    <a:pt x="3427" y="1341"/>
                    <a:pt x="3427" y="872"/>
                    <a:pt x="3126" y="872"/>
                  </a:cubicBezTo>
                  <a:cubicBezTo>
                    <a:pt x="2633" y="872"/>
                    <a:pt x="2152" y="884"/>
                    <a:pt x="1659" y="896"/>
                  </a:cubicBezTo>
                  <a:cubicBezTo>
                    <a:pt x="1659" y="667"/>
                    <a:pt x="1647" y="451"/>
                    <a:pt x="1623" y="235"/>
                  </a:cubicBezTo>
                  <a:cubicBezTo>
                    <a:pt x="1605" y="78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712488" y="520025"/>
              <a:ext cx="264847" cy="135337"/>
            </a:xfrm>
            <a:custGeom>
              <a:avLst/>
              <a:gdLst/>
              <a:ahLst/>
              <a:cxnLst/>
              <a:rect l="l" t="t" r="r" b="b"/>
              <a:pathLst>
                <a:path w="3863" h="1974" extrusionOk="0">
                  <a:moveTo>
                    <a:pt x="1881" y="0"/>
                  </a:moveTo>
                  <a:cubicBezTo>
                    <a:pt x="1815" y="0"/>
                    <a:pt x="1746" y="26"/>
                    <a:pt x="1683" y="86"/>
                  </a:cubicBezTo>
                  <a:cubicBezTo>
                    <a:pt x="1563" y="194"/>
                    <a:pt x="1491" y="339"/>
                    <a:pt x="1443" y="483"/>
                  </a:cubicBezTo>
                  <a:cubicBezTo>
                    <a:pt x="1046" y="459"/>
                    <a:pt x="661" y="423"/>
                    <a:pt x="265" y="411"/>
                  </a:cubicBezTo>
                  <a:cubicBezTo>
                    <a:pt x="60" y="411"/>
                    <a:pt x="0" y="747"/>
                    <a:pt x="216" y="783"/>
                  </a:cubicBezTo>
                  <a:cubicBezTo>
                    <a:pt x="601" y="843"/>
                    <a:pt x="974" y="892"/>
                    <a:pt x="1358" y="928"/>
                  </a:cubicBezTo>
                  <a:cubicBezTo>
                    <a:pt x="1358" y="988"/>
                    <a:pt x="1346" y="1036"/>
                    <a:pt x="1346" y="1084"/>
                  </a:cubicBezTo>
                  <a:cubicBezTo>
                    <a:pt x="1346" y="1336"/>
                    <a:pt x="1370" y="1685"/>
                    <a:pt x="1587" y="1841"/>
                  </a:cubicBezTo>
                  <a:lnTo>
                    <a:pt x="1587" y="1853"/>
                  </a:lnTo>
                  <a:cubicBezTo>
                    <a:pt x="1626" y="1936"/>
                    <a:pt x="1700" y="1973"/>
                    <a:pt x="1771" y="1973"/>
                  </a:cubicBezTo>
                  <a:cubicBezTo>
                    <a:pt x="1875" y="1973"/>
                    <a:pt x="1971" y="1893"/>
                    <a:pt x="1935" y="1757"/>
                  </a:cubicBezTo>
                  <a:cubicBezTo>
                    <a:pt x="1935" y="1745"/>
                    <a:pt x="1935" y="1745"/>
                    <a:pt x="1923" y="1733"/>
                  </a:cubicBezTo>
                  <a:cubicBezTo>
                    <a:pt x="2008" y="1565"/>
                    <a:pt x="1947" y="1372"/>
                    <a:pt x="1960" y="1180"/>
                  </a:cubicBezTo>
                  <a:cubicBezTo>
                    <a:pt x="1960" y="1120"/>
                    <a:pt x="1972" y="1060"/>
                    <a:pt x="1984" y="1000"/>
                  </a:cubicBezTo>
                  <a:cubicBezTo>
                    <a:pt x="2452" y="1060"/>
                    <a:pt x="2921" y="1108"/>
                    <a:pt x="3390" y="1180"/>
                  </a:cubicBezTo>
                  <a:cubicBezTo>
                    <a:pt x="3409" y="1183"/>
                    <a:pt x="3428" y="1184"/>
                    <a:pt x="3446" y="1184"/>
                  </a:cubicBezTo>
                  <a:cubicBezTo>
                    <a:pt x="3806" y="1184"/>
                    <a:pt x="3863" y="638"/>
                    <a:pt x="3462" y="627"/>
                  </a:cubicBezTo>
                  <a:cubicBezTo>
                    <a:pt x="3017" y="603"/>
                    <a:pt x="2573" y="579"/>
                    <a:pt x="2128" y="543"/>
                  </a:cubicBezTo>
                  <a:cubicBezTo>
                    <a:pt x="2140" y="483"/>
                    <a:pt x="2152" y="423"/>
                    <a:pt x="2164" y="375"/>
                  </a:cubicBezTo>
                  <a:cubicBezTo>
                    <a:pt x="2199" y="175"/>
                    <a:pt x="2051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912751" y="724676"/>
              <a:ext cx="239069" cy="168726"/>
            </a:xfrm>
            <a:custGeom>
              <a:avLst/>
              <a:gdLst/>
              <a:ahLst/>
              <a:cxnLst/>
              <a:rect l="l" t="t" r="r" b="b"/>
              <a:pathLst>
                <a:path w="3487" h="2461" extrusionOk="0">
                  <a:moveTo>
                    <a:pt x="2215" y="0"/>
                  </a:moveTo>
                  <a:cubicBezTo>
                    <a:pt x="2132" y="0"/>
                    <a:pt x="2049" y="36"/>
                    <a:pt x="1996" y="118"/>
                  </a:cubicBezTo>
                  <a:cubicBezTo>
                    <a:pt x="1839" y="359"/>
                    <a:pt x="1755" y="635"/>
                    <a:pt x="1707" y="912"/>
                  </a:cubicBezTo>
                  <a:cubicBezTo>
                    <a:pt x="1226" y="924"/>
                    <a:pt x="733" y="936"/>
                    <a:pt x="253" y="960"/>
                  </a:cubicBezTo>
                  <a:cubicBezTo>
                    <a:pt x="0" y="972"/>
                    <a:pt x="0" y="1345"/>
                    <a:pt x="253" y="1357"/>
                  </a:cubicBezTo>
                  <a:cubicBezTo>
                    <a:pt x="721" y="1369"/>
                    <a:pt x="1202" y="1393"/>
                    <a:pt x="1683" y="1405"/>
                  </a:cubicBezTo>
                  <a:cubicBezTo>
                    <a:pt x="1695" y="1741"/>
                    <a:pt x="1767" y="2090"/>
                    <a:pt x="1900" y="2390"/>
                  </a:cubicBezTo>
                  <a:cubicBezTo>
                    <a:pt x="1922" y="2440"/>
                    <a:pt x="1966" y="2460"/>
                    <a:pt x="2012" y="2460"/>
                  </a:cubicBezTo>
                  <a:cubicBezTo>
                    <a:pt x="2091" y="2460"/>
                    <a:pt x="2176" y="2401"/>
                    <a:pt x="2176" y="2318"/>
                  </a:cubicBezTo>
                  <a:cubicBezTo>
                    <a:pt x="2164" y="2018"/>
                    <a:pt x="2152" y="1705"/>
                    <a:pt x="2188" y="1405"/>
                  </a:cubicBezTo>
                  <a:cubicBezTo>
                    <a:pt x="2513" y="1405"/>
                    <a:pt x="2837" y="1417"/>
                    <a:pt x="3162" y="1417"/>
                  </a:cubicBezTo>
                  <a:cubicBezTo>
                    <a:pt x="3486" y="1405"/>
                    <a:pt x="3486" y="900"/>
                    <a:pt x="3162" y="900"/>
                  </a:cubicBezTo>
                  <a:cubicBezTo>
                    <a:pt x="2873" y="900"/>
                    <a:pt x="2585" y="900"/>
                    <a:pt x="2296" y="912"/>
                  </a:cubicBezTo>
                  <a:cubicBezTo>
                    <a:pt x="2344" y="707"/>
                    <a:pt x="2416" y="527"/>
                    <a:pt x="2477" y="323"/>
                  </a:cubicBezTo>
                  <a:cubicBezTo>
                    <a:pt x="2532" y="133"/>
                    <a:pt x="237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33846" y="705959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12160" y="728241"/>
              <a:ext cx="234955" cy="169000"/>
            </a:xfrm>
            <a:custGeom>
              <a:avLst/>
              <a:gdLst/>
              <a:ahLst/>
              <a:cxnLst/>
              <a:rect l="l" t="t" r="r" b="b"/>
              <a:pathLst>
                <a:path w="3427" h="2465" extrusionOk="0">
                  <a:moveTo>
                    <a:pt x="1387" y="0"/>
                  </a:moveTo>
                  <a:cubicBezTo>
                    <a:pt x="1278" y="0"/>
                    <a:pt x="1167" y="78"/>
                    <a:pt x="1143" y="235"/>
                  </a:cubicBezTo>
                  <a:cubicBezTo>
                    <a:pt x="1119" y="451"/>
                    <a:pt x="1106" y="679"/>
                    <a:pt x="1119" y="908"/>
                  </a:cubicBezTo>
                  <a:cubicBezTo>
                    <a:pt x="818" y="920"/>
                    <a:pt x="517" y="920"/>
                    <a:pt x="217" y="932"/>
                  </a:cubicBezTo>
                  <a:cubicBezTo>
                    <a:pt x="1" y="944"/>
                    <a:pt x="1" y="1268"/>
                    <a:pt x="217" y="1280"/>
                  </a:cubicBezTo>
                  <a:cubicBezTo>
                    <a:pt x="517" y="1293"/>
                    <a:pt x="830" y="1293"/>
                    <a:pt x="1131" y="1305"/>
                  </a:cubicBezTo>
                  <a:cubicBezTo>
                    <a:pt x="1143" y="1629"/>
                    <a:pt x="1167" y="1954"/>
                    <a:pt x="1179" y="2266"/>
                  </a:cubicBezTo>
                  <a:cubicBezTo>
                    <a:pt x="1185" y="2398"/>
                    <a:pt x="1287" y="2465"/>
                    <a:pt x="1387" y="2465"/>
                  </a:cubicBezTo>
                  <a:cubicBezTo>
                    <a:pt x="1488" y="2465"/>
                    <a:pt x="1587" y="2398"/>
                    <a:pt x="1587" y="2266"/>
                  </a:cubicBezTo>
                  <a:cubicBezTo>
                    <a:pt x="1599" y="1954"/>
                    <a:pt x="1623" y="1641"/>
                    <a:pt x="1647" y="1317"/>
                  </a:cubicBezTo>
                  <a:cubicBezTo>
                    <a:pt x="2140" y="1329"/>
                    <a:pt x="2633" y="1329"/>
                    <a:pt x="3126" y="1341"/>
                  </a:cubicBezTo>
                  <a:cubicBezTo>
                    <a:pt x="3427" y="1341"/>
                    <a:pt x="3427" y="872"/>
                    <a:pt x="3126" y="872"/>
                  </a:cubicBezTo>
                  <a:cubicBezTo>
                    <a:pt x="2633" y="872"/>
                    <a:pt x="2152" y="884"/>
                    <a:pt x="1659" y="896"/>
                  </a:cubicBezTo>
                  <a:cubicBezTo>
                    <a:pt x="1659" y="667"/>
                    <a:pt x="1647" y="451"/>
                    <a:pt x="1623" y="235"/>
                  </a:cubicBezTo>
                  <a:cubicBezTo>
                    <a:pt x="1605" y="78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33846" y="1170588"/>
              <a:ext cx="256414" cy="191282"/>
            </a:xfrm>
            <a:custGeom>
              <a:avLst/>
              <a:gdLst/>
              <a:ahLst/>
              <a:cxnLst/>
              <a:rect l="l" t="t" r="r" b="b"/>
              <a:pathLst>
                <a:path w="3740" h="2790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0"/>
                    <a:pt x="1383" y="478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3"/>
                    <a:pt x="217" y="1007"/>
                  </a:cubicBezTo>
                  <a:cubicBezTo>
                    <a:pt x="590" y="1055"/>
                    <a:pt x="987" y="1079"/>
                    <a:pt x="1383" y="1091"/>
                  </a:cubicBezTo>
                  <a:cubicBezTo>
                    <a:pt x="1395" y="1596"/>
                    <a:pt x="1431" y="2089"/>
                    <a:pt x="1455" y="2582"/>
                  </a:cubicBezTo>
                  <a:cubicBezTo>
                    <a:pt x="1461" y="2720"/>
                    <a:pt x="1564" y="2789"/>
                    <a:pt x="1666" y="2789"/>
                  </a:cubicBezTo>
                  <a:cubicBezTo>
                    <a:pt x="1768" y="2789"/>
                    <a:pt x="1870" y="2720"/>
                    <a:pt x="1876" y="2582"/>
                  </a:cubicBezTo>
                  <a:cubicBezTo>
                    <a:pt x="1900" y="2101"/>
                    <a:pt x="1936" y="1596"/>
                    <a:pt x="1948" y="1103"/>
                  </a:cubicBezTo>
                  <a:cubicBezTo>
                    <a:pt x="2441" y="1103"/>
                    <a:pt x="2934" y="1091"/>
                    <a:pt x="3415" y="1091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lnTo>
                    <a:pt x="1948" y="587"/>
                  </a:lnTo>
                  <a:cubicBezTo>
                    <a:pt x="1948" y="478"/>
                    <a:pt x="1948" y="370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712160" y="1192870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5"/>
                    <a:pt x="1143" y="225"/>
                  </a:cubicBezTo>
                  <a:cubicBezTo>
                    <a:pt x="1119" y="454"/>
                    <a:pt x="1106" y="670"/>
                    <a:pt x="1119" y="911"/>
                  </a:cubicBezTo>
                  <a:cubicBezTo>
                    <a:pt x="818" y="911"/>
                    <a:pt x="517" y="923"/>
                    <a:pt x="217" y="923"/>
                  </a:cubicBezTo>
                  <a:cubicBezTo>
                    <a:pt x="1" y="935"/>
                    <a:pt x="1" y="1271"/>
                    <a:pt x="217" y="1271"/>
                  </a:cubicBezTo>
                  <a:cubicBezTo>
                    <a:pt x="517" y="1283"/>
                    <a:pt x="830" y="1295"/>
                    <a:pt x="1131" y="1295"/>
                  </a:cubicBezTo>
                  <a:cubicBezTo>
                    <a:pt x="1143" y="1620"/>
                    <a:pt x="1167" y="1944"/>
                    <a:pt x="1179" y="2269"/>
                  </a:cubicBezTo>
                  <a:cubicBezTo>
                    <a:pt x="1185" y="2401"/>
                    <a:pt x="1287" y="2467"/>
                    <a:pt x="1387" y="2467"/>
                  </a:cubicBezTo>
                  <a:cubicBezTo>
                    <a:pt x="1488" y="2467"/>
                    <a:pt x="1587" y="2401"/>
                    <a:pt x="1587" y="2269"/>
                  </a:cubicBezTo>
                  <a:cubicBezTo>
                    <a:pt x="1599" y="1957"/>
                    <a:pt x="1623" y="1632"/>
                    <a:pt x="1647" y="1307"/>
                  </a:cubicBezTo>
                  <a:cubicBezTo>
                    <a:pt x="2140" y="1319"/>
                    <a:pt x="2633" y="1331"/>
                    <a:pt x="3126" y="1331"/>
                  </a:cubicBezTo>
                  <a:cubicBezTo>
                    <a:pt x="3130" y="1332"/>
                    <a:pt x="3133" y="1332"/>
                    <a:pt x="3137" y="1332"/>
                  </a:cubicBezTo>
                  <a:cubicBezTo>
                    <a:pt x="3426" y="1332"/>
                    <a:pt x="3423" y="863"/>
                    <a:pt x="3126" y="863"/>
                  </a:cubicBezTo>
                  <a:cubicBezTo>
                    <a:pt x="2633" y="875"/>
                    <a:pt x="2152" y="887"/>
                    <a:pt x="1659" y="887"/>
                  </a:cubicBezTo>
                  <a:cubicBezTo>
                    <a:pt x="1659" y="670"/>
                    <a:pt x="1647" y="442"/>
                    <a:pt x="1623" y="225"/>
                  </a:cubicBezTo>
                  <a:cubicBezTo>
                    <a:pt x="1605" y="75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-5564026">
              <a:off x="8888536" y="1560003"/>
              <a:ext cx="264644" cy="134996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33846" y="1170588"/>
              <a:ext cx="256414" cy="191282"/>
            </a:xfrm>
            <a:custGeom>
              <a:avLst/>
              <a:gdLst/>
              <a:ahLst/>
              <a:cxnLst/>
              <a:rect l="l" t="t" r="r" b="b"/>
              <a:pathLst>
                <a:path w="3740" h="2790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0"/>
                    <a:pt x="1383" y="478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3"/>
                    <a:pt x="217" y="1007"/>
                  </a:cubicBezTo>
                  <a:cubicBezTo>
                    <a:pt x="590" y="1055"/>
                    <a:pt x="987" y="1079"/>
                    <a:pt x="1383" y="1091"/>
                  </a:cubicBezTo>
                  <a:cubicBezTo>
                    <a:pt x="1395" y="1596"/>
                    <a:pt x="1431" y="2089"/>
                    <a:pt x="1455" y="2582"/>
                  </a:cubicBezTo>
                  <a:cubicBezTo>
                    <a:pt x="1461" y="2720"/>
                    <a:pt x="1564" y="2789"/>
                    <a:pt x="1666" y="2789"/>
                  </a:cubicBezTo>
                  <a:cubicBezTo>
                    <a:pt x="1768" y="2789"/>
                    <a:pt x="1870" y="2720"/>
                    <a:pt x="1876" y="2582"/>
                  </a:cubicBezTo>
                  <a:cubicBezTo>
                    <a:pt x="1900" y="2101"/>
                    <a:pt x="1936" y="1596"/>
                    <a:pt x="1948" y="1103"/>
                  </a:cubicBezTo>
                  <a:cubicBezTo>
                    <a:pt x="2441" y="1103"/>
                    <a:pt x="2934" y="1091"/>
                    <a:pt x="3415" y="1091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lnTo>
                    <a:pt x="1948" y="587"/>
                  </a:lnTo>
                  <a:cubicBezTo>
                    <a:pt x="1948" y="478"/>
                    <a:pt x="1948" y="370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712488" y="520025"/>
              <a:ext cx="264847" cy="135337"/>
            </a:xfrm>
            <a:custGeom>
              <a:avLst/>
              <a:gdLst/>
              <a:ahLst/>
              <a:cxnLst/>
              <a:rect l="l" t="t" r="r" b="b"/>
              <a:pathLst>
                <a:path w="3863" h="1974" extrusionOk="0">
                  <a:moveTo>
                    <a:pt x="1881" y="0"/>
                  </a:moveTo>
                  <a:cubicBezTo>
                    <a:pt x="1815" y="0"/>
                    <a:pt x="1746" y="26"/>
                    <a:pt x="1683" y="86"/>
                  </a:cubicBezTo>
                  <a:cubicBezTo>
                    <a:pt x="1563" y="194"/>
                    <a:pt x="1491" y="339"/>
                    <a:pt x="1443" y="483"/>
                  </a:cubicBezTo>
                  <a:cubicBezTo>
                    <a:pt x="1046" y="459"/>
                    <a:pt x="661" y="423"/>
                    <a:pt x="265" y="411"/>
                  </a:cubicBezTo>
                  <a:cubicBezTo>
                    <a:pt x="60" y="411"/>
                    <a:pt x="0" y="747"/>
                    <a:pt x="216" y="783"/>
                  </a:cubicBezTo>
                  <a:cubicBezTo>
                    <a:pt x="601" y="843"/>
                    <a:pt x="974" y="892"/>
                    <a:pt x="1358" y="928"/>
                  </a:cubicBezTo>
                  <a:cubicBezTo>
                    <a:pt x="1358" y="988"/>
                    <a:pt x="1346" y="1036"/>
                    <a:pt x="1346" y="1084"/>
                  </a:cubicBezTo>
                  <a:cubicBezTo>
                    <a:pt x="1346" y="1336"/>
                    <a:pt x="1370" y="1685"/>
                    <a:pt x="1587" y="1841"/>
                  </a:cubicBezTo>
                  <a:lnTo>
                    <a:pt x="1587" y="1853"/>
                  </a:lnTo>
                  <a:cubicBezTo>
                    <a:pt x="1626" y="1936"/>
                    <a:pt x="1700" y="1973"/>
                    <a:pt x="1771" y="1973"/>
                  </a:cubicBezTo>
                  <a:cubicBezTo>
                    <a:pt x="1875" y="1973"/>
                    <a:pt x="1971" y="1893"/>
                    <a:pt x="1935" y="1757"/>
                  </a:cubicBezTo>
                  <a:cubicBezTo>
                    <a:pt x="1935" y="1745"/>
                    <a:pt x="1935" y="1745"/>
                    <a:pt x="1923" y="1733"/>
                  </a:cubicBezTo>
                  <a:cubicBezTo>
                    <a:pt x="2008" y="1565"/>
                    <a:pt x="1947" y="1372"/>
                    <a:pt x="1960" y="1180"/>
                  </a:cubicBezTo>
                  <a:cubicBezTo>
                    <a:pt x="1960" y="1120"/>
                    <a:pt x="1972" y="1060"/>
                    <a:pt x="1984" y="1000"/>
                  </a:cubicBezTo>
                  <a:cubicBezTo>
                    <a:pt x="2452" y="1060"/>
                    <a:pt x="2921" y="1108"/>
                    <a:pt x="3390" y="1180"/>
                  </a:cubicBezTo>
                  <a:cubicBezTo>
                    <a:pt x="3409" y="1183"/>
                    <a:pt x="3428" y="1184"/>
                    <a:pt x="3446" y="1184"/>
                  </a:cubicBezTo>
                  <a:cubicBezTo>
                    <a:pt x="3806" y="1184"/>
                    <a:pt x="3863" y="638"/>
                    <a:pt x="3462" y="627"/>
                  </a:cubicBezTo>
                  <a:cubicBezTo>
                    <a:pt x="3017" y="603"/>
                    <a:pt x="2573" y="579"/>
                    <a:pt x="2128" y="543"/>
                  </a:cubicBezTo>
                  <a:cubicBezTo>
                    <a:pt x="2140" y="483"/>
                    <a:pt x="2152" y="423"/>
                    <a:pt x="2164" y="375"/>
                  </a:cubicBezTo>
                  <a:cubicBezTo>
                    <a:pt x="2199" y="175"/>
                    <a:pt x="2051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466088" y="287780"/>
              <a:ext cx="264642" cy="134995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280351" y="24524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574014" y="1429612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 rot="5400000">
            <a:off x="7105176" y="3084900"/>
            <a:ext cx="1888761" cy="1762891"/>
            <a:chOff x="7280351" y="0"/>
            <a:chExt cx="1888761" cy="1762891"/>
          </a:xfrm>
        </p:grpSpPr>
        <p:sp>
          <p:nvSpPr>
            <p:cNvPr id="48" name="Google Shape;48;p2"/>
            <p:cNvSpPr/>
            <p:nvPr/>
          </p:nvSpPr>
          <p:spPr>
            <a:xfrm>
              <a:off x="7712693" y="55876"/>
              <a:ext cx="264710" cy="134652"/>
            </a:xfrm>
            <a:custGeom>
              <a:avLst/>
              <a:gdLst/>
              <a:ahLst/>
              <a:cxnLst/>
              <a:rect l="l" t="t" r="r" b="b"/>
              <a:pathLst>
                <a:path w="3861" h="1964" extrusionOk="0">
                  <a:moveTo>
                    <a:pt x="1883" y="0"/>
                  </a:moveTo>
                  <a:cubicBezTo>
                    <a:pt x="1816" y="0"/>
                    <a:pt x="1745" y="27"/>
                    <a:pt x="1680" y="88"/>
                  </a:cubicBezTo>
                  <a:cubicBezTo>
                    <a:pt x="1560" y="184"/>
                    <a:pt x="1488" y="329"/>
                    <a:pt x="1440" y="485"/>
                  </a:cubicBezTo>
                  <a:cubicBezTo>
                    <a:pt x="1043" y="449"/>
                    <a:pt x="658" y="425"/>
                    <a:pt x="262" y="413"/>
                  </a:cubicBezTo>
                  <a:cubicBezTo>
                    <a:pt x="258" y="413"/>
                    <a:pt x="255" y="413"/>
                    <a:pt x="251" y="413"/>
                  </a:cubicBezTo>
                  <a:cubicBezTo>
                    <a:pt x="55" y="413"/>
                    <a:pt x="1" y="750"/>
                    <a:pt x="213" y="786"/>
                  </a:cubicBezTo>
                  <a:cubicBezTo>
                    <a:pt x="598" y="846"/>
                    <a:pt x="971" y="882"/>
                    <a:pt x="1355" y="930"/>
                  </a:cubicBezTo>
                  <a:cubicBezTo>
                    <a:pt x="1355" y="978"/>
                    <a:pt x="1343" y="1026"/>
                    <a:pt x="1343" y="1074"/>
                  </a:cubicBezTo>
                  <a:cubicBezTo>
                    <a:pt x="1343" y="1326"/>
                    <a:pt x="1367" y="1687"/>
                    <a:pt x="1584" y="1831"/>
                  </a:cubicBezTo>
                  <a:lnTo>
                    <a:pt x="1584" y="1843"/>
                  </a:lnTo>
                  <a:cubicBezTo>
                    <a:pt x="1623" y="1926"/>
                    <a:pt x="1697" y="1964"/>
                    <a:pt x="1768" y="1964"/>
                  </a:cubicBezTo>
                  <a:cubicBezTo>
                    <a:pt x="1872" y="1964"/>
                    <a:pt x="1968" y="1883"/>
                    <a:pt x="1932" y="1747"/>
                  </a:cubicBezTo>
                  <a:cubicBezTo>
                    <a:pt x="1932" y="1747"/>
                    <a:pt x="1932" y="1735"/>
                    <a:pt x="1920" y="1735"/>
                  </a:cubicBezTo>
                  <a:cubicBezTo>
                    <a:pt x="2005" y="1567"/>
                    <a:pt x="1944" y="1375"/>
                    <a:pt x="1957" y="1170"/>
                  </a:cubicBezTo>
                  <a:cubicBezTo>
                    <a:pt x="1957" y="1110"/>
                    <a:pt x="1969" y="1062"/>
                    <a:pt x="1981" y="1002"/>
                  </a:cubicBezTo>
                  <a:cubicBezTo>
                    <a:pt x="2449" y="1050"/>
                    <a:pt x="2918" y="1098"/>
                    <a:pt x="3387" y="1182"/>
                  </a:cubicBezTo>
                  <a:cubicBezTo>
                    <a:pt x="3406" y="1185"/>
                    <a:pt x="3424" y="1186"/>
                    <a:pt x="3442" y="1186"/>
                  </a:cubicBezTo>
                  <a:cubicBezTo>
                    <a:pt x="3802" y="1186"/>
                    <a:pt x="3860" y="629"/>
                    <a:pt x="3459" y="617"/>
                  </a:cubicBezTo>
                  <a:cubicBezTo>
                    <a:pt x="3014" y="605"/>
                    <a:pt x="2570" y="569"/>
                    <a:pt x="2125" y="533"/>
                  </a:cubicBezTo>
                  <a:cubicBezTo>
                    <a:pt x="2137" y="485"/>
                    <a:pt x="2149" y="425"/>
                    <a:pt x="2161" y="365"/>
                  </a:cubicBezTo>
                  <a:cubicBezTo>
                    <a:pt x="2195" y="167"/>
                    <a:pt x="2051" y="0"/>
                    <a:pt x="1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70674" y="0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61" y="0"/>
                  </a:moveTo>
                  <a:cubicBezTo>
                    <a:pt x="1570" y="0"/>
                    <a:pt x="1478" y="41"/>
                    <a:pt x="1419" y="134"/>
                  </a:cubicBezTo>
                  <a:cubicBezTo>
                    <a:pt x="1251" y="374"/>
                    <a:pt x="1155" y="651"/>
                    <a:pt x="1095" y="951"/>
                  </a:cubicBezTo>
                  <a:cubicBezTo>
                    <a:pt x="818" y="951"/>
                    <a:pt x="542" y="963"/>
                    <a:pt x="265" y="975"/>
                  </a:cubicBezTo>
                  <a:cubicBezTo>
                    <a:pt x="1" y="987"/>
                    <a:pt x="1" y="1360"/>
                    <a:pt x="265" y="1372"/>
                  </a:cubicBezTo>
                  <a:cubicBezTo>
                    <a:pt x="530" y="1384"/>
                    <a:pt x="794" y="1396"/>
                    <a:pt x="1071" y="1396"/>
                  </a:cubicBezTo>
                  <a:cubicBezTo>
                    <a:pt x="1059" y="1745"/>
                    <a:pt x="1107" y="2093"/>
                    <a:pt x="1191" y="2406"/>
                  </a:cubicBezTo>
                  <a:cubicBezTo>
                    <a:pt x="1224" y="2545"/>
                    <a:pt x="1328" y="2605"/>
                    <a:pt x="1437" y="2605"/>
                  </a:cubicBezTo>
                  <a:cubicBezTo>
                    <a:pt x="1601" y="2605"/>
                    <a:pt x="1775" y="2467"/>
                    <a:pt x="1732" y="2250"/>
                  </a:cubicBezTo>
                  <a:cubicBezTo>
                    <a:pt x="1672" y="1949"/>
                    <a:pt x="1672" y="1685"/>
                    <a:pt x="1696" y="1408"/>
                  </a:cubicBezTo>
                  <a:lnTo>
                    <a:pt x="1696" y="1408"/>
                  </a:lnTo>
                  <a:cubicBezTo>
                    <a:pt x="2092" y="1420"/>
                    <a:pt x="2489" y="1420"/>
                    <a:pt x="2886" y="1432"/>
                  </a:cubicBezTo>
                  <a:cubicBezTo>
                    <a:pt x="2889" y="1432"/>
                    <a:pt x="2893" y="1432"/>
                    <a:pt x="2897" y="1432"/>
                  </a:cubicBezTo>
                  <a:cubicBezTo>
                    <a:pt x="3215" y="1432"/>
                    <a:pt x="3219" y="915"/>
                    <a:pt x="2907" y="915"/>
                  </a:cubicBezTo>
                  <a:cubicBezTo>
                    <a:pt x="2900" y="915"/>
                    <a:pt x="2893" y="915"/>
                    <a:pt x="2886" y="915"/>
                  </a:cubicBezTo>
                  <a:cubicBezTo>
                    <a:pt x="2513" y="927"/>
                    <a:pt x="2153" y="927"/>
                    <a:pt x="1780" y="939"/>
                  </a:cubicBezTo>
                  <a:cubicBezTo>
                    <a:pt x="1828" y="747"/>
                    <a:pt x="1876" y="555"/>
                    <a:pt x="1936" y="350"/>
                  </a:cubicBezTo>
                  <a:cubicBezTo>
                    <a:pt x="1991" y="140"/>
                    <a:pt x="1828" y="0"/>
                    <a:pt x="1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590192" y="21322"/>
              <a:ext cx="206708" cy="175376"/>
            </a:xfrm>
            <a:custGeom>
              <a:avLst/>
              <a:gdLst/>
              <a:ahLst/>
              <a:cxnLst/>
              <a:rect l="l" t="t" r="r" b="b"/>
              <a:pathLst>
                <a:path w="3015" h="2558" extrusionOk="0">
                  <a:moveTo>
                    <a:pt x="1413" y="0"/>
                  </a:moveTo>
                  <a:cubicBezTo>
                    <a:pt x="1278" y="0"/>
                    <a:pt x="1142" y="93"/>
                    <a:pt x="1118" y="280"/>
                  </a:cubicBezTo>
                  <a:cubicBezTo>
                    <a:pt x="1094" y="496"/>
                    <a:pt x="1094" y="712"/>
                    <a:pt x="1094" y="929"/>
                  </a:cubicBezTo>
                  <a:cubicBezTo>
                    <a:pt x="806" y="929"/>
                    <a:pt x="529" y="941"/>
                    <a:pt x="253" y="953"/>
                  </a:cubicBezTo>
                  <a:cubicBezTo>
                    <a:pt x="0" y="965"/>
                    <a:pt x="0" y="1338"/>
                    <a:pt x="253" y="1350"/>
                  </a:cubicBezTo>
                  <a:cubicBezTo>
                    <a:pt x="541" y="1374"/>
                    <a:pt x="818" y="1374"/>
                    <a:pt x="1106" y="1386"/>
                  </a:cubicBezTo>
                  <a:cubicBezTo>
                    <a:pt x="1118" y="1698"/>
                    <a:pt x="1154" y="2011"/>
                    <a:pt x="1166" y="2323"/>
                  </a:cubicBezTo>
                  <a:cubicBezTo>
                    <a:pt x="1179" y="2480"/>
                    <a:pt x="1296" y="2558"/>
                    <a:pt x="1413" y="2558"/>
                  </a:cubicBezTo>
                  <a:cubicBezTo>
                    <a:pt x="1530" y="2558"/>
                    <a:pt x="1647" y="2480"/>
                    <a:pt x="1659" y="2323"/>
                  </a:cubicBezTo>
                  <a:cubicBezTo>
                    <a:pt x="1683" y="2023"/>
                    <a:pt x="1707" y="1710"/>
                    <a:pt x="1731" y="1398"/>
                  </a:cubicBezTo>
                  <a:cubicBezTo>
                    <a:pt x="2044" y="1410"/>
                    <a:pt x="2369" y="1410"/>
                    <a:pt x="2693" y="1410"/>
                  </a:cubicBezTo>
                  <a:cubicBezTo>
                    <a:pt x="2697" y="1410"/>
                    <a:pt x="2700" y="1410"/>
                    <a:pt x="2704" y="1410"/>
                  </a:cubicBezTo>
                  <a:cubicBezTo>
                    <a:pt x="3014" y="1410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700"/>
                    <a:pt x="1731" y="484"/>
                    <a:pt x="1707" y="280"/>
                  </a:cubicBezTo>
                  <a:cubicBezTo>
                    <a:pt x="1683" y="93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948349" y="22282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2" y="1"/>
                  </a:moveTo>
                  <a:cubicBezTo>
                    <a:pt x="1668" y="1"/>
                    <a:pt x="1558" y="63"/>
                    <a:pt x="1520" y="206"/>
                  </a:cubicBezTo>
                  <a:cubicBezTo>
                    <a:pt x="1436" y="482"/>
                    <a:pt x="1376" y="759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2"/>
                    <a:pt x="250" y="902"/>
                  </a:cubicBezTo>
                  <a:cubicBezTo>
                    <a:pt x="50" y="902"/>
                    <a:pt x="1" y="1253"/>
                    <a:pt x="222" y="1288"/>
                  </a:cubicBezTo>
                  <a:cubicBezTo>
                    <a:pt x="559" y="1348"/>
                    <a:pt x="895" y="1396"/>
                    <a:pt x="1232" y="1456"/>
                  </a:cubicBezTo>
                  <a:cubicBezTo>
                    <a:pt x="1148" y="1816"/>
                    <a:pt x="1075" y="2189"/>
                    <a:pt x="1003" y="2550"/>
                  </a:cubicBezTo>
                  <a:cubicBezTo>
                    <a:pt x="967" y="2725"/>
                    <a:pt x="1109" y="2843"/>
                    <a:pt x="1244" y="2843"/>
                  </a:cubicBezTo>
                  <a:cubicBezTo>
                    <a:pt x="1331" y="2843"/>
                    <a:pt x="1415" y="2795"/>
                    <a:pt x="1448" y="2682"/>
                  </a:cubicBezTo>
                  <a:cubicBezTo>
                    <a:pt x="1556" y="2297"/>
                    <a:pt x="1677" y="1925"/>
                    <a:pt x="1785" y="1540"/>
                  </a:cubicBezTo>
                  <a:cubicBezTo>
                    <a:pt x="2121" y="1588"/>
                    <a:pt x="2470" y="1648"/>
                    <a:pt x="2806" y="1708"/>
                  </a:cubicBezTo>
                  <a:cubicBezTo>
                    <a:pt x="2826" y="1712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5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912751" y="260115"/>
              <a:ext cx="239069" cy="169069"/>
            </a:xfrm>
            <a:custGeom>
              <a:avLst/>
              <a:gdLst/>
              <a:ahLst/>
              <a:cxnLst/>
              <a:rect l="l" t="t" r="r" b="b"/>
              <a:pathLst>
                <a:path w="3487" h="2466" extrusionOk="0">
                  <a:moveTo>
                    <a:pt x="2219" y="0"/>
                  </a:moveTo>
                  <a:cubicBezTo>
                    <a:pt x="2135" y="0"/>
                    <a:pt x="2050" y="39"/>
                    <a:pt x="1996" y="127"/>
                  </a:cubicBezTo>
                  <a:cubicBezTo>
                    <a:pt x="1839" y="367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1"/>
                    <a:pt x="253" y="1353"/>
                  </a:cubicBezTo>
                  <a:cubicBezTo>
                    <a:pt x="721" y="1377"/>
                    <a:pt x="1202" y="1389"/>
                    <a:pt x="1683" y="1401"/>
                  </a:cubicBezTo>
                  <a:cubicBezTo>
                    <a:pt x="1695" y="1749"/>
                    <a:pt x="1767" y="2086"/>
                    <a:pt x="1900" y="2387"/>
                  </a:cubicBezTo>
                  <a:cubicBezTo>
                    <a:pt x="1922" y="2442"/>
                    <a:pt x="1968" y="2465"/>
                    <a:pt x="2016" y="2465"/>
                  </a:cubicBezTo>
                  <a:cubicBezTo>
                    <a:pt x="2093" y="2465"/>
                    <a:pt x="2176" y="2404"/>
                    <a:pt x="2176" y="2314"/>
                  </a:cubicBezTo>
                  <a:cubicBezTo>
                    <a:pt x="2164" y="2014"/>
                    <a:pt x="2152" y="1701"/>
                    <a:pt x="2188" y="1413"/>
                  </a:cubicBezTo>
                  <a:lnTo>
                    <a:pt x="3162" y="1413"/>
                  </a:lnTo>
                  <a:cubicBezTo>
                    <a:pt x="3486" y="1413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6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333846" y="241741"/>
              <a:ext cx="256414" cy="192105"/>
            </a:xfrm>
            <a:custGeom>
              <a:avLst/>
              <a:gdLst/>
              <a:ahLst/>
              <a:cxnLst/>
              <a:rect l="l" t="t" r="r" b="b"/>
              <a:pathLst>
                <a:path w="3740" h="2802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1"/>
                    <a:pt x="1383" y="479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4"/>
                    <a:pt x="217" y="1008"/>
                  </a:cubicBezTo>
                  <a:cubicBezTo>
                    <a:pt x="590" y="1056"/>
                    <a:pt x="987" y="1092"/>
                    <a:pt x="1383" y="1092"/>
                  </a:cubicBezTo>
                  <a:cubicBezTo>
                    <a:pt x="1395" y="1597"/>
                    <a:pt x="1431" y="2102"/>
                    <a:pt x="1455" y="2594"/>
                  </a:cubicBezTo>
                  <a:cubicBezTo>
                    <a:pt x="1461" y="2733"/>
                    <a:pt x="1564" y="2802"/>
                    <a:pt x="1666" y="2802"/>
                  </a:cubicBezTo>
                  <a:cubicBezTo>
                    <a:pt x="1768" y="2802"/>
                    <a:pt x="1870" y="2733"/>
                    <a:pt x="1876" y="2594"/>
                  </a:cubicBezTo>
                  <a:cubicBezTo>
                    <a:pt x="1900" y="2102"/>
                    <a:pt x="1936" y="1597"/>
                    <a:pt x="1948" y="1104"/>
                  </a:cubicBezTo>
                  <a:cubicBezTo>
                    <a:pt x="2441" y="1104"/>
                    <a:pt x="2934" y="1092"/>
                    <a:pt x="3415" y="1092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cubicBezTo>
                    <a:pt x="3255" y="591"/>
                    <a:pt x="3093" y="592"/>
                    <a:pt x="2930" y="592"/>
                  </a:cubicBezTo>
                  <a:cubicBezTo>
                    <a:pt x="2605" y="592"/>
                    <a:pt x="2277" y="587"/>
                    <a:pt x="1948" y="587"/>
                  </a:cubicBezTo>
                  <a:cubicBezTo>
                    <a:pt x="1948" y="479"/>
                    <a:pt x="1948" y="371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712160" y="264023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6"/>
                    <a:pt x="1143" y="226"/>
                  </a:cubicBezTo>
                  <a:cubicBezTo>
                    <a:pt x="1119" y="454"/>
                    <a:pt x="1106" y="683"/>
                    <a:pt x="1119" y="911"/>
                  </a:cubicBezTo>
                  <a:cubicBezTo>
                    <a:pt x="818" y="911"/>
                    <a:pt x="517" y="923"/>
                    <a:pt x="217" y="935"/>
                  </a:cubicBezTo>
                  <a:cubicBezTo>
                    <a:pt x="1" y="935"/>
                    <a:pt x="1" y="1272"/>
                    <a:pt x="217" y="1272"/>
                  </a:cubicBezTo>
                  <a:cubicBezTo>
                    <a:pt x="517" y="1284"/>
                    <a:pt x="830" y="1296"/>
                    <a:pt x="1131" y="1296"/>
                  </a:cubicBezTo>
                  <a:cubicBezTo>
                    <a:pt x="1143" y="1620"/>
                    <a:pt x="1167" y="1957"/>
                    <a:pt x="1179" y="2269"/>
                  </a:cubicBezTo>
                  <a:cubicBezTo>
                    <a:pt x="1185" y="2402"/>
                    <a:pt x="1287" y="2468"/>
                    <a:pt x="1387" y="2468"/>
                  </a:cubicBezTo>
                  <a:cubicBezTo>
                    <a:pt x="1488" y="2468"/>
                    <a:pt x="1587" y="2402"/>
                    <a:pt x="1587" y="2269"/>
                  </a:cubicBezTo>
                  <a:cubicBezTo>
                    <a:pt x="1599" y="1957"/>
                    <a:pt x="1623" y="1632"/>
                    <a:pt x="1647" y="1308"/>
                  </a:cubicBezTo>
                  <a:cubicBezTo>
                    <a:pt x="2140" y="1320"/>
                    <a:pt x="2633" y="1332"/>
                    <a:pt x="3126" y="1344"/>
                  </a:cubicBezTo>
                  <a:cubicBezTo>
                    <a:pt x="3427" y="1344"/>
                    <a:pt x="3427" y="863"/>
                    <a:pt x="3126" y="863"/>
                  </a:cubicBezTo>
                  <a:cubicBezTo>
                    <a:pt x="2633" y="875"/>
                    <a:pt x="2152" y="887"/>
                    <a:pt x="1659" y="899"/>
                  </a:cubicBezTo>
                  <a:cubicBezTo>
                    <a:pt x="1659" y="671"/>
                    <a:pt x="1647" y="442"/>
                    <a:pt x="1623" y="226"/>
                  </a:cubicBezTo>
                  <a:cubicBezTo>
                    <a:pt x="1605" y="76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912751" y="724676"/>
              <a:ext cx="239069" cy="168726"/>
            </a:xfrm>
            <a:custGeom>
              <a:avLst/>
              <a:gdLst/>
              <a:ahLst/>
              <a:cxnLst/>
              <a:rect l="l" t="t" r="r" b="b"/>
              <a:pathLst>
                <a:path w="3487" h="2461" extrusionOk="0">
                  <a:moveTo>
                    <a:pt x="2215" y="0"/>
                  </a:moveTo>
                  <a:cubicBezTo>
                    <a:pt x="2132" y="0"/>
                    <a:pt x="2049" y="36"/>
                    <a:pt x="1996" y="118"/>
                  </a:cubicBezTo>
                  <a:cubicBezTo>
                    <a:pt x="1839" y="359"/>
                    <a:pt x="1755" y="635"/>
                    <a:pt x="1707" y="912"/>
                  </a:cubicBezTo>
                  <a:cubicBezTo>
                    <a:pt x="1226" y="924"/>
                    <a:pt x="733" y="936"/>
                    <a:pt x="253" y="960"/>
                  </a:cubicBezTo>
                  <a:cubicBezTo>
                    <a:pt x="0" y="972"/>
                    <a:pt x="0" y="1345"/>
                    <a:pt x="253" y="1357"/>
                  </a:cubicBezTo>
                  <a:cubicBezTo>
                    <a:pt x="721" y="1369"/>
                    <a:pt x="1202" y="1393"/>
                    <a:pt x="1683" y="1405"/>
                  </a:cubicBezTo>
                  <a:cubicBezTo>
                    <a:pt x="1695" y="1741"/>
                    <a:pt x="1767" y="2090"/>
                    <a:pt x="1900" y="2390"/>
                  </a:cubicBezTo>
                  <a:cubicBezTo>
                    <a:pt x="1922" y="2440"/>
                    <a:pt x="1966" y="2460"/>
                    <a:pt x="2012" y="2460"/>
                  </a:cubicBezTo>
                  <a:cubicBezTo>
                    <a:pt x="2091" y="2460"/>
                    <a:pt x="2176" y="2401"/>
                    <a:pt x="2176" y="2318"/>
                  </a:cubicBezTo>
                  <a:cubicBezTo>
                    <a:pt x="2164" y="2018"/>
                    <a:pt x="2152" y="1705"/>
                    <a:pt x="2188" y="1405"/>
                  </a:cubicBezTo>
                  <a:cubicBezTo>
                    <a:pt x="2513" y="1405"/>
                    <a:pt x="2837" y="1417"/>
                    <a:pt x="3162" y="1417"/>
                  </a:cubicBezTo>
                  <a:cubicBezTo>
                    <a:pt x="3486" y="1405"/>
                    <a:pt x="3486" y="900"/>
                    <a:pt x="3162" y="900"/>
                  </a:cubicBezTo>
                  <a:cubicBezTo>
                    <a:pt x="2873" y="900"/>
                    <a:pt x="2585" y="900"/>
                    <a:pt x="2296" y="912"/>
                  </a:cubicBezTo>
                  <a:cubicBezTo>
                    <a:pt x="2344" y="707"/>
                    <a:pt x="2416" y="527"/>
                    <a:pt x="2477" y="323"/>
                  </a:cubicBezTo>
                  <a:cubicBezTo>
                    <a:pt x="2532" y="133"/>
                    <a:pt x="237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333846" y="705959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712160" y="728241"/>
              <a:ext cx="234955" cy="169000"/>
            </a:xfrm>
            <a:custGeom>
              <a:avLst/>
              <a:gdLst/>
              <a:ahLst/>
              <a:cxnLst/>
              <a:rect l="l" t="t" r="r" b="b"/>
              <a:pathLst>
                <a:path w="3427" h="2465" extrusionOk="0">
                  <a:moveTo>
                    <a:pt x="1387" y="0"/>
                  </a:moveTo>
                  <a:cubicBezTo>
                    <a:pt x="1278" y="0"/>
                    <a:pt x="1167" y="78"/>
                    <a:pt x="1143" y="235"/>
                  </a:cubicBezTo>
                  <a:cubicBezTo>
                    <a:pt x="1119" y="451"/>
                    <a:pt x="1106" y="679"/>
                    <a:pt x="1119" y="908"/>
                  </a:cubicBezTo>
                  <a:cubicBezTo>
                    <a:pt x="818" y="920"/>
                    <a:pt x="517" y="920"/>
                    <a:pt x="217" y="932"/>
                  </a:cubicBezTo>
                  <a:cubicBezTo>
                    <a:pt x="1" y="944"/>
                    <a:pt x="1" y="1268"/>
                    <a:pt x="217" y="1280"/>
                  </a:cubicBezTo>
                  <a:cubicBezTo>
                    <a:pt x="517" y="1293"/>
                    <a:pt x="830" y="1293"/>
                    <a:pt x="1131" y="1305"/>
                  </a:cubicBezTo>
                  <a:cubicBezTo>
                    <a:pt x="1143" y="1629"/>
                    <a:pt x="1167" y="1954"/>
                    <a:pt x="1179" y="2266"/>
                  </a:cubicBezTo>
                  <a:cubicBezTo>
                    <a:pt x="1185" y="2398"/>
                    <a:pt x="1287" y="2465"/>
                    <a:pt x="1387" y="2465"/>
                  </a:cubicBezTo>
                  <a:cubicBezTo>
                    <a:pt x="1488" y="2465"/>
                    <a:pt x="1587" y="2398"/>
                    <a:pt x="1587" y="2266"/>
                  </a:cubicBezTo>
                  <a:cubicBezTo>
                    <a:pt x="1599" y="1954"/>
                    <a:pt x="1623" y="1641"/>
                    <a:pt x="1647" y="1317"/>
                  </a:cubicBezTo>
                  <a:cubicBezTo>
                    <a:pt x="2140" y="1329"/>
                    <a:pt x="2633" y="1329"/>
                    <a:pt x="3126" y="1341"/>
                  </a:cubicBezTo>
                  <a:cubicBezTo>
                    <a:pt x="3427" y="1341"/>
                    <a:pt x="3427" y="872"/>
                    <a:pt x="3126" y="872"/>
                  </a:cubicBezTo>
                  <a:cubicBezTo>
                    <a:pt x="2633" y="872"/>
                    <a:pt x="2152" y="884"/>
                    <a:pt x="1659" y="896"/>
                  </a:cubicBezTo>
                  <a:cubicBezTo>
                    <a:pt x="1659" y="667"/>
                    <a:pt x="1647" y="451"/>
                    <a:pt x="1623" y="235"/>
                  </a:cubicBezTo>
                  <a:cubicBezTo>
                    <a:pt x="1605" y="78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712488" y="520025"/>
              <a:ext cx="264847" cy="135337"/>
            </a:xfrm>
            <a:custGeom>
              <a:avLst/>
              <a:gdLst/>
              <a:ahLst/>
              <a:cxnLst/>
              <a:rect l="l" t="t" r="r" b="b"/>
              <a:pathLst>
                <a:path w="3863" h="1974" extrusionOk="0">
                  <a:moveTo>
                    <a:pt x="1881" y="0"/>
                  </a:moveTo>
                  <a:cubicBezTo>
                    <a:pt x="1815" y="0"/>
                    <a:pt x="1746" y="26"/>
                    <a:pt x="1683" y="86"/>
                  </a:cubicBezTo>
                  <a:cubicBezTo>
                    <a:pt x="1563" y="194"/>
                    <a:pt x="1491" y="339"/>
                    <a:pt x="1443" y="483"/>
                  </a:cubicBezTo>
                  <a:cubicBezTo>
                    <a:pt x="1046" y="459"/>
                    <a:pt x="661" y="423"/>
                    <a:pt x="265" y="411"/>
                  </a:cubicBezTo>
                  <a:cubicBezTo>
                    <a:pt x="60" y="411"/>
                    <a:pt x="0" y="747"/>
                    <a:pt x="216" y="783"/>
                  </a:cubicBezTo>
                  <a:cubicBezTo>
                    <a:pt x="601" y="843"/>
                    <a:pt x="974" y="892"/>
                    <a:pt x="1358" y="928"/>
                  </a:cubicBezTo>
                  <a:cubicBezTo>
                    <a:pt x="1358" y="988"/>
                    <a:pt x="1346" y="1036"/>
                    <a:pt x="1346" y="1084"/>
                  </a:cubicBezTo>
                  <a:cubicBezTo>
                    <a:pt x="1346" y="1336"/>
                    <a:pt x="1370" y="1685"/>
                    <a:pt x="1587" y="1841"/>
                  </a:cubicBezTo>
                  <a:lnTo>
                    <a:pt x="1587" y="1853"/>
                  </a:lnTo>
                  <a:cubicBezTo>
                    <a:pt x="1626" y="1936"/>
                    <a:pt x="1700" y="1973"/>
                    <a:pt x="1771" y="1973"/>
                  </a:cubicBezTo>
                  <a:cubicBezTo>
                    <a:pt x="1875" y="1973"/>
                    <a:pt x="1971" y="1893"/>
                    <a:pt x="1935" y="1757"/>
                  </a:cubicBezTo>
                  <a:cubicBezTo>
                    <a:pt x="1935" y="1745"/>
                    <a:pt x="1935" y="1745"/>
                    <a:pt x="1923" y="1733"/>
                  </a:cubicBezTo>
                  <a:cubicBezTo>
                    <a:pt x="2008" y="1565"/>
                    <a:pt x="1947" y="1372"/>
                    <a:pt x="1960" y="1180"/>
                  </a:cubicBezTo>
                  <a:cubicBezTo>
                    <a:pt x="1960" y="1120"/>
                    <a:pt x="1972" y="1060"/>
                    <a:pt x="1984" y="1000"/>
                  </a:cubicBezTo>
                  <a:cubicBezTo>
                    <a:pt x="2452" y="1060"/>
                    <a:pt x="2921" y="1108"/>
                    <a:pt x="3390" y="1180"/>
                  </a:cubicBezTo>
                  <a:cubicBezTo>
                    <a:pt x="3409" y="1183"/>
                    <a:pt x="3428" y="1184"/>
                    <a:pt x="3446" y="1184"/>
                  </a:cubicBezTo>
                  <a:cubicBezTo>
                    <a:pt x="3806" y="1184"/>
                    <a:pt x="3863" y="638"/>
                    <a:pt x="3462" y="627"/>
                  </a:cubicBezTo>
                  <a:cubicBezTo>
                    <a:pt x="3017" y="603"/>
                    <a:pt x="2573" y="579"/>
                    <a:pt x="2128" y="543"/>
                  </a:cubicBezTo>
                  <a:cubicBezTo>
                    <a:pt x="2140" y="483"/>
                    <a:pt x="2152" y="423"/>
                    <a:pt x="2164" y="375"/>
                  </a:cubicBezTo>
                  <a:cubicBezTo>
                    <a:pt x="2199" y="175"/>
                    <a:pt x="2051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912751" y="724676"/>
              <a:ext cx="239069" cy="168726"/>
            </a:xfrm>
            <a:custGeom>
              <a:avLst/>
              <a:gdLst/>
              <a:ahLst/>
              <a:cxnLst/>
              <a:rect l="l" t="t" r="r" b="b"/>
              <a:pathLst>
                <a:path w="3487" h="2461" extrusionOk="0">
                  <a:moveTo>
                    <a:pt x="2215" y="0"/>
                  </a:moveTo>
                  <a:cubicBezTo>
                    <a:pt x="2132" y="0"/>
                    <a:pt x="2049" y="36"/>
                    <a:pt x="1996" y="118"/>
                  </a:cubicBezTo>
                  <a:cubicBezTo>
                    <a:pt x="1839" y="359"/>
                    <a:pt x="1755" y="635"/>
                    <a:pt x="1707" y="912"/>
                  </a:cubicBezTo>
                  <a:cubicBezTo>
                    <a:pt x="1226" y="924"/>
                    <a:pt x="733" y="936"/>
                    <a:pt x="253" y="960"/>
                  </a:cubicBezTo>
                  <a:cubicBezTo>
                    <a:pt x="0" y="972"/>
                    <a:pt x="0" y="1345"/>
                    <a:pt x="253" y="1357"/>
                  </a:cubicBezTo>
                  <a:cubicBezTo>
                    <a:pt x="721" y="1369"/>
                    <a:pt x="1202" y="1393"/>
                    <a:pt x="1683" y="1405"/>
                  </a:cubicBezTo>
                  <a:cubicBezTo>
                    <a:pt x="1695" y="1741"/>
                    <a:pt x="1767" y="2090"/>
                    <a:pt x="1900" y="2390"/>
                  </a:cubicBezTo>
                  <a:cubicBezTo>
                    <a:pt x="1922" y="2440"/>
                    <a:pt x="1966" y="2460"/>
                    <a:pt x="2012" y="2460"/>
                  </a:cubicBezTo>
                  <a:cubicBezTo>
                    <a:pt x="2091" y="2460"/>
                    <a:pt x="2176" y="2401"/>
                    <a:pt x="2176" y="2318"/>
                  </a:cubicBezTo>
                  <a:cubicBezTo>
                    <a:pt x="2164" y="2018"/>
                    <a:pt x="2152" y="1705"/>
                    <a:pt x="2188" y="1405"/>
                  </a:cubicBezTo>
                  <a:cubicBezTo>
                    <a:pt x="2513" y="1405"/>
                    <a:pt x="2837" y="1417"/>
                    <a:pt x="3162" y="1417"/>
                  </a:cubicBezTo>
                  <a:cubicBezTo>
                    <a:pt x="3486" y="1405"/>
                    <a:pt x="3486" y="900"/>
                    <a:pt x="3162" y="900"/>
                  </a:cubicBezTo>
                  <a:cubicBezTo>
                    <a:pt x="2873" y="900"/>
                    <a:pt x="2585" y="900"/>
                    <a:pt x="2296" y="912"/>
                  </a:cubicBezTo>
                  <a:cubicBezTo>
                    <a:pt x="2344" y="707"/>
                    <a:pt x="2416" y="527"/>
                    <a:pt x="2477" y="323"/>
                  </a:cubicBezTo>
                  <a:cubicBezTo>
                    <a:pt x="2532" y="133"/>
                    <a:pt x="237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8333846" y="705959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712160" y="728241"/>
              <a:ext cx="234955" cy="169000"/>
            </a:xfrm>
            <a:custGeom>
              <a:avLst/>
              <a:gdLst/>
              <a:ahLst/>
              <a:cxnLst/>
              <a:rect l="l" t="t" r="r" b="b"/>
              <a:pathLst>
                <a:path w="3427" h="2465" extrusionOk="0">
                  <a:moveTo>
                    <a:pt x="1387" y="0"/>
                  </a:moveTo>
                  <a:cubicBezTo>
                    <a:pt x="1278" y="0"/>
                    <a:pt x="1167" y="78"/>
                    <a:pt x="1143" y="235"/>
                  </a:cubicBezTo>
                  <a:cubicBezTo>
                    <a:pt x="1119" y="451"/>
                    <a:pt x="1106" y="679"/>
                    <a:pt x="1119" y="908"/>
                  </a:cubicBezTo>
                  <a:cubicBezTo>
                    <a:pt x="818" y="920"/>
                    <a:pt x="517" y="920"/>
                    <a:pt x="217" y="932"/>
                  </a:cubicBezTo>
                  <a:cubicBezTo>
                    <a:pt x="1" y="944"/>
                    <a:pt x="1" y="1268"/>
                    <a:pt x="217" y="1280"/>
                  </a:cubicBezTo>
                  <a:cubicBezTo>
                    <a:pt x="517" y="1293"/>
                    <a:pt x="830" y="1293"/>
                    <a:pt x="1131" y="1305"/>
                  </a:cubicBezTo>
                  <a:cubicBezTo>
                    <a:pt x="1143" y="1629"/>
                    <a:pt x="1167" y="1954"/>
                    <a:pt x="1179" y="2266"/>
                  </a:cubicBezTo>
                  <a:cubicBezTo>
                    <a:pt x="1185" y="2398"/>
                    <a:pt x="1287" y="2465"/>
                    <a:pt x="1387" y="2465"/>
                  </a:cubicBezTo>
                  <a:cubicBezTo>
                    <a:pt x="1488" y="2465"/>
                    <a:pt x="1587" y="2398"/>
                    <a:pt x="1587" y="2266"/>
                  </a:cubicBezTo>
                  <a:cubicBezTo>
                    <a:pt x="1599" y="1954"/>
                    <a:pt x="1623" y="1641"/>
                    <a:pt x="1647" y="1317"/>
                  </a:cubicBezTo>
                  <a:cubicBezTo>
                    <a:pt x="2140" y="1329"/>
                    <a:pt x="2633" y="1329"/>
                    <a:pt x="3126" y="1341"/>
                  </a:cubicBezTo>
                  <a:cubicBezTo>
                    <a:pt x="3427" y="1341"/>
                    <a:pt x="3427" y="872"/>
                    <a:pt x="3126" y="872"/>
                  </a:cubicBezTo>
                  <a:cubicBezTo>
                    <a:pt x="2633" y="872"/>
                    <a:pt x="2152" y="884"/>
                    <a:pt x="1659" y="896"/>
                  </a:cubicBezTo>
                  <a:cubicBezTo>
                    <a:pt x="1659" y="667"/>
                    <a:pt x="1647" y="451"/>
                    <a:pt x="1623" y="235"/>
                  </a:cubicBezTo>
                  <a:cubicBezTo>
                    <a:pt x="1605" y="78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333846" y="1170588"/>
              <a:ext cx="256414" cy="191282"/>
            </a:xfrm>
            <a:custGeom>
              <a:avLst/>
              <a:gdLst/>
              <a:ahLst/>
              <a:cxnLst/>
              <a:rect l="l" t="t" r="r" b="b"/>
              <a:pathLst>
                <a:path w="3740" h="2790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0"/>
                    <a:pt x="1383" y="478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3"/>
                    <a:pt x="217" y="1007"/>
                  </a:cubicBezTo>
                  <a:cubicBezTo>
                    <a:pt x="590" y="1055"/>
                    <a:pt x="987" y="1079"/>
                    <a:pt x="1383" y="1091"/>
                  </a:cubicBezTo>
                  <a:cubicBezTo>
                    <a:pt x="1395" y="1596"/>
                    <a:pt x="1431" y="2089"/>
                    <a:pt x="1455" y="2582"/>
                  </a:cubicBezTo>
                  <a:cubicBezTo>
                    <a:pt x="1461" y="2720"/>
                    <a:pt x="1564" y="2789"/>
                    <a:pt x="1666" y="2789"/>
                  </a:cubicBezTo>
                  <a:cubicBezTo>
                    <a:pt x="1768" y="2789"/>
                    <a:pt x="1870" y="2720"/>
                    <a:pt x="1876" y="2582"/>
                  </a:cubicBezTo>
                  <a:cubicBezTo>
                    <a:pt x="1900" y="2101"/>
                    <a:pt x="1936" y="1596"/>
                    <a:pt x="1948" y="1103"/>
                  </a:cubicBezTo>
                  <a:cubicBezTo>
                    <a:pt x="2441" y="1103"/>
                    <a:pt x="2934" y="1091"/>
                    <a:pt x="3415" y="1091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lnTo>
                    <a:pt x="1948" y="587"/>
                  </a:lnTo>
                  <a:cubicBezTo>
                    <a:pt x="1948" y="478"/>
                    <a:pt x="1948" y="370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712160" y="1192870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5"/>
                    <a:pt x="1143" y="225"/>
                  </a:cubicBezTo>
                  <a:cubicBezTo>
                    <a:pt x="1119" y="454"/>
                    <a:pt x="1106" y="670"/>
                    <a:pt x="1119" y="911"/>
                  </a:cubicBezTo>
                  <a:cubicBezTo>
                    <a:pt x="818" y="911"/>
                    <a:pt x="517" y="923"/>
                    <a:pt x="217" y="923"/>
                  </a:cubicBezTo>
                  <a:cubicBezTo>
                    <a:pt x="1" y="935"/>
                    <a:pt x="1" y="1271"/>
                    <a:pt x="217" y="1271"/>
                  </a:cubicBezTo>
                  <a:cubicBezTo>
                    <a:pt x="517" y="1283"/>
                    <a:pt x="830" y="1295"/>
                    <a:pt x="1131" y="1295"/>
                  </a:cubicBezTo>
                  <a:cubicBezTo>
                    <a:pt x="1143" y="1620"/>
                    <a:pt x="1167" y="1944"/>
                    <a:pt x="1179" y="2269"/>
                  </a:cubicBezTo>
                  <a:cubicBezTo>
                    <a:pt x="1185" y="2401"/>
                    <a:pt x="1287" y="2467"/>
                    <a:pt x="1387" y="2467"/>
                  </a:cubicBezTo>
                  <a:cubicBezTo>
                    <a:pt x="1488" y="2467"/>
                    <a:pt x="1587" y="2401"/>
                    <a:pt x="1587" y="2269"/>
                  </a:cubicBezTo>
                  <a:cubicBezTo>
                    <a:pt x="1599" y="1957"/>
                    <a:pt x="1623" y="1632"/>
                    <a:pt x="1647" y="1307"/>
                  </a:cubicBezTo>
                  <a:cubicBezTo>
                    <a:pt x="2140" y="1319"/>
                    <a:pt x="2633" y="1331"/>
                    <a:pt x="3126" y="1331"/>
                  </a:cubicBezTo>
                  <a:cubicBezTo>
                    <a:pt x="3130" y="1332"/>
                    <a:pt x="3133" y="1332"/>
                    <a:pt x="3137" y="1332"/>
                  </a:cubicBezTo>
                  <a:cubicBezTo>
                    <a:pt x="3426" y="1332"/>
                    <a:pt x="3423" y="863"/>
                    <a:pt x="3126" y="863"/>
                  </a:cubicBezTo>
                  <a:cubicBezTo>
                    <a:pt x="2633" y="875"/>
                    <a:pt x="2152" y="887"/>
                    <a:pt x="1659" y="887"/>
                  </a:cubicBezTo>
                  <a:cubicBezTo>
                    <a:pt x="1659" y="670"/>
                    <a:pt x="1647" y="442"/>
                    <a:pt x="1623" y="225"/>
                  </a:cubicBezTo>
                  <a:cubicBezTo>
                    <a:pt x="1605" y="75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 rot="-5564026">
              <a:off x="8888536" y="1560003"/>
              <a:ext cx="264644" cy="134996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333846" y="1170588"/>
              <a:ext cx="256414" cy="191282"/>
            </a:xfrm>
            <a:custGeom>
              <a:avLst/>
              <a:gdLst/>
              <a:ahLst/>
              <a:cxnLst/>
              <a:rect l="l" t="t" r="r" b="b"/>
              <a:pathLst>
                <a:path w="3740" h="2790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0"/>
                    <a:pt x="1383" y="478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3"/>
                    <a:pt x="217" y="1007"/>
                  </a:cubicBezTo>
                  <a:cubicBezTo>
                    <a:pt x="590" y="1055"/>
                    <a:pt x="987" y="1079"/>
                    <a:pt x="1383" y="1091"/>
                  </a:cubicBezTo>
                  <a:cubicBezTo>
                    <a:pt x="1395" y="1596"/>
                    <a:pt x="1431" y="2089"/>
                    <a:pt x="1455" y="2582"/>
                  </a:cubicBezTo>
                  <a:cubicBezTo>
                    <a:pt x="1461" y="2720"/>
                    <a:pt x="1564" y="2789"/>
                    <a:pt x="1666" y="2789"/>
                  </a:cubicBezTo>
                  <a:cubicBezTo>
                    <a:pt x="1768" y="2789"/>
                    <a:pt x="1870" y="2720"/>
                    <a:pt x="1876" y="2582"/>
                  </a:cubicBezTo>
                  <a:cubicBezTo>
                    <a:pt x="1900" y="2101"/>
                    <a:pt x="1936" y="1596"/>
                    <a:pt x="1948" y="1103"/>
                  </a:cubicBezTo>
                  <a:cubicBezTo>
                    <a:pt x="2441" y="1103"/>
                    <a:pt x="2934" y="1091"/>
                    <a:pt x="3415" y="1091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lnTo>
                    <a:pt x="1948" y="587"/>
                  </a:lnTo>
                  <a:cubicBezTo>
                    <a:pt x="1948" y="478"/>
                    <a:pt x="1948" y="370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712488" y="520025"/>
              <a:ext cx="264847" cy="135337"/>
            </a:xfrm>
            <a:custGeom>
              <a:avLst/>
              <a:gdLst/>
              <a:ahLst/>
              <a:cxnLst/>
              <a:rect l="l" t="t" r="r" b="b"/>
              <a:pathLst>
                <a:path w="3863" h="1974" extrusionOk="0">
                  <a:moveTo>
                    <a:pt x="1881" y="0"/>
                  </a:moveTo>
                  <a:cubicBezTo>
                    <a:pt x="1815" y="0"/>
                    <a:pt x="1746" y="26"/>
                    <a:pt x="1683" y="86"/>
                  </a:cubicBezTo>
                  <a:cubicBezTo>
                    <a:pt x="1563" y="194"/>
                    <a:pt x="1491" y="339"/>
                    <a:pt x="1443" y="483"/>
                  </a:cubicBezTo>
                  <a:cubicBezTo>
                    <a:pt x="1046" y="459"/>
                    <a:pt x="661" y="423"/>
                    <a:pt x="265" y="411"/>
                  </a:cubicBezTo>
                  <a:cubicBezTo>
                    <a:pt x="60" y="411"/>
                    <a:pt x="0" y="747"/>
                    <a:pt x="216" y="783"/>
                  </a:cubicBezTo>
                  <a:cubicBezTo>
                    <a:pt x="601" y="843"/>
                    <a:pt x="974" y="892"/>
                    <a:pt x="1358" y="928"/>
                  </a:cubicBezTo>
                  <a:cubicBezTo>
                    <a:pt x="1358" y="988"/>
                    <a:pt x="1346" y="1036"/>
                    <a:pt x="1346" y="1084"/>
                  </a:cubicBezTo>
                  <a:cubicBezTo>
                    <a:pt x="1346" y="1336"/>
                    <a:pt x="1370" y="1685"/>
                    <a:pt x="1587" y="1841"/>
                  </a:cubicBezTo>
                  <a:lnTo>
                    <a:pt x="1587" y="1853"/>
                  </a:lnTo>
                  <a:cubicBezTo>
                    <a:pt x="1626" y="1936"/>
                    <a:pt x="1700" y="1973"/>
                    <a:pt x="1771" y="1973"/>
                  </a:cubicBezTo>
                  <a:cubicBezTo>
                    <a:pt x="1875" y="1973"/>
                    <a:pt x="1971" y="1893"/>
                    <a:pt x="1935" y="1757"/>
                  </a:cubicBezTo>
                  <a:cubicBezTo>
                    <a:pt x="1935" y="1745"/>
                    <a:pt x="1935" y="1745"/>
                    <a:pt x="1923" y="1733"/>
                  </a:cubicBezTo>
                  <a:cubicBezTo>
                    <a:pt x="2008" y="1565"/>
                    <a:pt x="1947" y="1372"/>
                    <a:pt x="1960" y="1180"/>
                  </a:cubicBezTo>
                  <a:cubicBezTo>
                    <a:pt x="1960" y="1120"/>
                    <a:pt x="1972" y="1060"/>
                    <a:pt x="1984" y="1000"/>
                  </a:cubicBezTo>
                  <a:cubicBezTo>
                    <a:pt x="2452" y="1060"/>
                    <a:pt x="2921" y="1108"/>
                    <a:pt x="3390" y="1180"/>
                  </a:cubicBezTo>
                  <a:cubicBezTo>
                    <a:pt x="3409" y="1183"/>
                    <a:pt x="3428" y="1184"/>
                    <a:pt x="3446" y="1184"/>
                  </a:cubicBezTo>
                  <a:cubicBezTo>
                    <a:pt x="3806" y="1184"/>
                    <a:pt x="3863" y="638"/>
                    <a:pt x="3462" y="627"/>
                  </a:cubicBezTo>
                  <a:cubicBezTo>
                    <a:pt x="3017" y="603"/>
                    <a:pt x="2573" y="579"/>
                    <a:pt x="2128" y="543"/>
                  </a:cubicBezTo>
                  <a:cubicBezTo>
                    <a:pt x="2140" y="483"/>
                    <a:pt x="2152" y="423"/>
                    <a:pt x="2164" y="375"/>
                  </a:cubicBezTo>
                  <a:cubicBezTo>
                    <a:pt x="2199" y="175"/>
                    <a:pt x="2051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466088" y="287780"/>
              <a:ext cx="264642" cy="134995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280351" y="24524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574014" y="1429612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82" name="Google Shape;82;p2"/>
          <p:cNvSpPr/>
          <p:nvPr/>
        </p:nvSpPr>
        <p:spPr>
          <a:xfrm rot="7631413">
            <a:off x="7610830" y="197792"/>
            <a:ext cx="1087435" cy="811204"/>
          </a:xfrm>
          <a:custGeom>
            <a:avLst/>
            <a:gdLst/>
            <a:ahLst/>
            <a:cxnLst/>
            <a:rect l="l" t="t" r="r" b="b"/>
            <a:pathLst>
              <a:path w="3740" h="2790" extrusionOk="0">
                <a:moveTo>
                  <a:pt x="1666" y="1"/>
                </a:moveTo>
                <a:cubicBezTo>
                  <a:pt x="1534" y="1"/>
                  <a:pt x="1401" y="88"/>
                  <a:pt x="1395" y="262"/>
                </a:cubicBezTo>
                <a:cubicBezTo>
                  <a:pt x="1383" y="370"/>
                  <a:pt x="1383" y="478"/>
                  <a:pt x="1383" y="587"/>
                </a:cubicBezTo>
                <a:cubicBezTo>
                  <a:pt x="987" y="599"/>
                  <a:pt x="590" y="623"/>
                  <a:pt x="217" y="683"/>
                </a:cubicBezTo>
                <a:cubicBezTo>
                  <a:pt x="1" y="707"/>
                  <a:pt x="1" y="983"/>
                  <a:pt x="217" y="1007"/>
                </a:cubicBezTo>
                <a:cubicBezTo>
                  <a:pt x="590" y="1055"/>
                  <a:pt x="987" y="1079"/>
                  <a:pt x="1383" y="1091"/>
                </a:cubicBezTo>
                <a:cubicBezTo>
                  <a:pt x="1395" y="1596"/>
                  <a:pt x="1431" y="2089"/>
                  <a:pt x="1455" y="2582"/>
                </a:cubicBezTo>
                <a:cubicBezTo>
                  <a:pt x="1461" y="2720"/>
                  <a:pt x="1564" y="2789"/>
                  <a:pt x="1666" y="2789"/>
                </a:cubicBezTo>
                <a:cubicBezTo>
                  <a:pt x="1768" y="2789"/>
                  <a:pt x="1870" y="2720"/>
                  <a:pt x="1876" y="2582"/>
                </a:cubicBezTo>
                <a:cubicBezTo>
                  <a:pt x="1900" y="2101"/>
                  <a:pt x="1936" y="1596"/>
                  <a:pt x="1948" y="1103"/>
                </a:cubicBezTo>
                <a:cubicBezTo>
                  <a:pt x="2441" y="1103"/>
                  <a:pt x="2934" y="1091"/>
                  <a:pt x="3415" y="1091"/>
                </a:cubicBezTo>
                <a:cubicBezTo>
                  <a:pt x="3419" y="1092"/>
                  <a:pt x="3422" y="1092"/>
                  <a:pt x="3426" y="1092"/>
                </a:cubicBezTo>
                <a:cubicBezTo>
                  <a:pt x="3739" y="1092"/>
                  <a:pt x="3736" y="587"/>
                  <a:pt x="3415" y="587"/>
                </a:cubicBezTo>
                <a:lnTo>
                  <a:pt x="1948" y="587"/>
                </a:lnTo>
                <a:cubicBezTo>
                  <a:pt x="1948" y="478"/>
                  <a:pt x="1948" y="370"/>
                  <a:pt x="1936" y="262"/>
                </a:cubicBezTo>
                <a:cubicBezTo>
                  <a:pt x="1930" y="88"/>
                  <a:pt x="1798" y="1"/>
                  <a:pt x="166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 txBox="1">
            <a:spLocks noGrp="1"/>
          </p:cNvSpPr>
          <p:nvPr>
            <p:ph type="ctrTitle"/>
          </p:nvPr>
        </p:nvSpPr>
        <p:spPr>
          <a:xfrm flipH="1">
            <a:off x="2867275" y="1514975"/>
            <a:ext cx="3414300" cy="17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Pacifico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84" name="Google Shape;84;p2"/>
          <p:cNvGrpSpPr/>
          <p:nvPr/>
        </p:nvGrpSpPr>
        <p:grpSpPr>
          <a:xfrm>
            <a:off x="-110838" y="3995083"/>
            <a:ext cx="2217087" cy="796455"/>
            <a:chOff x="7591575" y="960850"/>
            <a:chExt cx="2263950" cy="470301"/>
          </a:xfrm>
        </p:grpSpPr>
        <p:sp>
          <p:nvSpPr>
            <p:cNvPr id="85" name="Google Shape;85;p2"/>
            <p:cNvSpPr/>
            <p:nvPr/>
          </p:nvSpPr>
          <p:spPr>
            <a:xfrm>
              <a:off x="7592364" y="960850"/>
              <a:ext cx="514794" cy="32804"/>
            </a:xfrm>
            <a:custGeom>
              <a:avLst/>
              <a:gdLst/>
              <a:ahLst/>
              <a:cxnLst/>
              <a:rect l="l" t="t" r="r" b="b"/>
              <a:pathLst>
                <a:path w="7826" h="502" extrusionOk="0">
                  <a:moveTo>
                    <a:pt x="780" y="1"/>
                  </a:moveTo>
                  <a:cubicBezTo>
                    <a:pt x="596" y="1"/>
                    <a:pt x="412" y="4"/>
                    <a:pt x="229" y="14"/>
                  </a:cubicBezTo>
                  <a:cubicBezTo>
                    <a:pt x="60" y="26"/>
                    <a:pt x="0" y="290"/>
                    <a:pt x="181" y="326"/>
                  </a:cubicBezTo>
                  <a:cubicBezTo>
                    <a:pt x="953" y="476"/>
                    <a:pt x="1755" y="502"/>
                    <a:pt x="2552" y="502"/>
                  </a:cubicBezTo>
                  <a:cubicBezTo>
                    <a:pt x="2971" y="502"/>
                    <a:pt x="3389" y="494"/>
                    <a:pt x="3799" y="494"/>
                  </a:cubicBezTo>
                  <a:cubicBezTo>
                    <a:pt x="5061" y="494"/>
                    <a:pt x="6335" y="482"/>
                    <a:pt x="7598" y="374"/>
                  </a:cubicBezTo>
                  <a:cubicBezTo>
                    <a:pt x="7810" y="351"/>
                    <a:pt x="7826" y="25"/>
                    <a:pt x="7609" y="25"/>
                  </a:cubicBezTo>
                  <a:cubicBezTo>
                    <a:pt x="7606" y="25"/>
                    <a:pt x="7602" y="25"/>
                    <a:pt x="7598" y="26"/>
                  </a:cubicBezTo>
                  <a:cubicBezTo>
                    <a:pt x="6478" y="80"/>
                    <a:pt x="5359" y="135"/>
                    <a:pt x="4231" y="135"/>
                  </a:cubicBezTo>
                  <a:cubicBezTo>
                    <a:pt x="4123" y="135"/>
                    <a:pt x="4015" y="135"/>
                    <a:pt x="3907" y="134"/>
                  </a:cubicBezTo>
                  <a:cubicBezTo>
                    <a:pt x="2876" y="124"/>
                    <a:pt x="1819" y="1"/>
                    <a:pt x="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591575" y="1040377"/>
              <a:ext cx="1049388" cy="48815"/>
            </a:xfrm>
            <a:custGeom>
              <a:avLst/>
              <a:gdLst/>
              <a:ahLst/>
              <a:cxnLst/>
              <a:rect l="l" t="t" r="r" b="b"/>
              <a:pathLst>
                <a:path w="15953" h="747" extrusionOk="0">
                  <a:moveTo>
                    <a:pt x="14696" y="0"/>
                  </a:moveTo>
                  <a:cubicBezTo>
                    <a:pt x="13740" y="0"/>
                    <a:pt x="12771" y="77"/>
                    <a:pt x="11829" y="95"/>
                  </a:cubicBezTo>
                  <a:cubicBezTo>
                    <a:pt x="10507" y="119"/>
                    <a:pt x="9172" y="155"/>
                    <a:pt x="7850" y="179"/>
                  </a:cubicBezTo>
                  <a:cubicBezTo>
                    <a:pt x="6564" y="191"/>
                    <a:pt x="5278" y="215"/>
                    <a:pt x="3991" y="227"/>
                  </a:cubicBezTo>
                  <a:cubicBezTo>
                    <a:pt x="3882" y="228"/>
                    <a:pt x="3773" y="228"/>
                    <a:pt x="3664" y="228"/>
                  </a:cubicBezTo>
                  <a:cubicBezTo>
                    <a:pt x="3250" y="228"/>
                    <a:pt x="2833" y="223"/>
                    <a:pt x="2417" y="223"/>
                  </a:cubicBezTo>
                  <a:cubicBezTo>
                    <a:pt x="1671" y="223"/>
                    <a:pt x="926" y="242"/>
                    <a:pt x="193" y="347"/>
                  </a:cubicBezTo>
                  <a:cubicBezTo>
                    <a:pt x="0" y="371"/>
                    <a:pt x="85" y="624"/>
                    <a:pt x="229" y="648"/>
                  </a:cubicBezTo>
                  <a:cubicBezTo>
                    <a:pt x="807" y="724"/>
                    <a:pt x="1396" y="746"/>
                    <a:pt x="1985" y="746"/>
                  </a:cubicBezTo>
                  <a:cubicBezTo>
                    <a:pt x="2694" y="746"/>
                    <a:pt x="3404" y="714"/>
                    <a:pt x="4100" y="708"/>
                  </a:cubicBezTo>
                  <a:cubicBezTo>
                    <a:pt x="5386" y="684"/>
                    <a:pt x="6672" y="672"/>
                    <a:pt x="7970" y="648"/>
                  </a:cubicBezTo>
                  <a:cubicBezTo>
                    <a:pt x="9220" y="624"/>
                    <a:pt x="10471" y="600"/>
                    <a:pt x="11721" y="576"/>
                  </a:cubicBezTo>
                  <a:cubicBezTo>
                    <a:pt x="13031" y="540"/>
                    <a:pt x="14390" y="600"/>
                    <a:pt x="15700" y="419"/>
                  </a:cubicBezTo>
                  <a:cubicBezTo>
                    <a:pt x="15940" y="395"/>
                    <a:pt x="15952" y="59"/>
                    <a:pt x="15700" y="35"/>
                  </a:cubicBezTo>
                  <a:cubicBezTo>
                    <a:pt x="15368" y="10"/>
                    <a:pt x="15033" y="0"/>
                    <a:pt x="14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592562" y="1151009"/>
              <a:ext cx="1520439" cy="47377"/>
            </a:xfrm>
            <a:custGeom>
              <a:avLst/>
              <a:gdLst/>
              <a:ahLst/>
              <a:cxnLst/>
              <a:rect l="l" t="t" r="r" b="b"/>
              <a:pathLst>
                <a:path w="23114" h="725" extrusionOk="0">
                  <a:moveTo>
                    <a:pt x="215" y="0"/>
                  </a:moveTo>
                  <a:cubicBezTo>
                    <a:pt x="44" y="0"/>
                    <a:pt x="1" y="290"/>
                    <a:pt x="178" y="325"/>
                  </a:cubicBezTo>
                  <a:cubicBezTo>
                    <a:pt x="1419" y="578"/>
                    <a:pt x="2707" y="630"/>
                    <a:pt x="3985" y="630"/>
                  </a:cubicBezTo>
                  <a:cubicBezTo>
                    <a:pt x="4526" y="630"/>
                    <a:pt x="5066" y="621"/>
                    <a:pt x="5599" y="614"/>
                  </a:cubicBezTo>
                  <a:cubicBezTo>
                    <a:pt x="7523" y="578"/>
                    <a:pt x="9446" y="505"/>
                    <a:pt x="11381" y="493"/>
                  </a:cubicBezTo>
                  <a:cubicBezTo>
                    <a:pt x="11830" y="491"/>
                    <a:pt x="12278" y="489"/>
                    <a:pt x="12726" y="489"/>
                  </a:cubicBezTo>
                  <a:cubicBezTo>
                    <a:pt x="14177" y="489"/>
                    <a:pt x="15628" y="505"/>
                    <a:pt x="17079" y="542"/>
                  </a:cubicBezTo>
                  <a:cubicBezTo>
                    <a:pt x="18886" y="575"/>
                    <a:pt x="20704" y="724"/>
                    <a:pt x="22513" y="724"/>
                  </a:cubicBezTo>
                  <a:cubicBezTo>
                    <a:pt x="22641" y="724"/>
                    <a:pt x="22769" y="723"/>
                    <a:pt x="22897" y="722"/>
                  </a:cubicBezTo>
                  <a:cubicBezTo>
                    <a:pt x="23114" y="722"/>
                    <a:pt x="23102" y="421"/>
                    <a:pt x="22897" y="397"/>
                  </a:cubicBezTo>
                  <a:cubicBezTo>
                    <a:pt x="21010" y="181"/>
                    <a:pt x="19087" y="193"/>
                    <a:pt x="17199" y="157"/>
                  </a:cubicBezTo>
                  <a:cubicBezTo>
                    <a:pt x="15748" y="120"/>
                    <a:pt x="14291" y="104"/>
                    <a:pt x="12836" y="104"/>
                  </a:cubicBezTo>
                  <a:cubicBezTo>
                    <a:pt x="12387" y="104"/>
                    <a:pt x="11938" y="106"/>
                    <a:pt x="11489" y="109"/>
                  </a:cubicBezTo>
                  <a:cubicBezTo>
                    <a:pt x="9602" y="121"/>
                    <a:pt x="7715" y="181"/>
                    <a:pt x="5816" y="217"/>
                  </a:cubicBezTo>
                  <a:cubicBezTo>
                    <a:pt x="5510" y="225"/>
                    <a:pt x="5205" y="228"/>
                    <a:pt x="4900" y="228"/>
                  </a:cubicBezTo>
                  <a:cubicBezTo>
                    <a:pt x="3336" y="228"/>
                    <a:pt x="1785" y="131"/>
                    <a:pt x="226" y="1"/>
                  </a:cubicBezTo>
                  <a:cubicBezTo>
                    <a:pt x="222" y="0"/>
                    <a:pt x="219" y="0"/>
                    <a:pt x="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593943" y="1246676"/>
              <a:ext cx="1898608" cy="45547"/>
            </a:xfrm>
            <a:custGeom>
              <a:avLst/>
              <a:gdLst/>
              <a:ahLst/>
              <a:cxnLst/>
              <a:rect l="l" t="t" r="r" b="b"/>
              <a:pathLst>
                <a:path w="28863" h="697" extrusionOk="0">
                  <a:moveTo>
                    <a:pt x="1361" y="1"/>
                  </a:moveTo>
                  <a:cubicBezTo>
                    <a:pt x="964" y="1"/>
                    <a:pt x="566" y="5"/>
                    <a:pt x="169" y="15"/>
                  </a:cubicBezTo>
                  <a:cubicBezTo>
                    <a:pt x="0" y="27"/>
                    <a:pt x="12" y="256"/>
                    <a:pt x="169" y="280"/>
                  </a:cubicBezTo>
                  <a:cubicBezTo>
                    <a:pt x="2525" y="520"/>
                    <a:pt x="4917" y="520"/>
                    <a:pt x="7285" y="568"/>
                  </a:cubicBezTo>
                  <a:cubicBezTo>
                    <a:pt x="9653" y="628"/>
                    <a:pt x="12033" y="664"/>
                    <a:pt x="14402" y="676"/>
                  </a:cubicBezTo>
                  <a:cubicBezTo>
                    <a:pt x="15789" y="690"/>
                    <a:pt x="17180" y="696"/>
                    <a:pt x="18571" y="696"/>
                  </a:cubicBezTo>
                  <a:cubicBezTo>
                    <a:pt x="19554" y="696"/>
                    <a:pt x="20537" y="693"/>
                    <a:pt x="21518" y="688"/>
                  </a:cubicBezTo>
                  <a:cubicBezTo>
                    <a:pt x="21786" y="686"/>
                    <a:pt x="22056" y="685"/>
                    <a:pt x="22325" y="685"/>
                  </a:cubicBezTo>
                  <a:cubicBezTo>
                    <a:pt x="23122" y="685"/>
                    <a:pt x="23923" y="693"/>
                    <a:pt x="24725" y="693"/>
                  </a:cubicBezTo>
                  <a:cubicBezTo>
                    <a:pt x="26035" y="693"/>
                    <a:pt x="27346" y="670"/>
                    <a:pt x="28634" y="544"/>
                  </a:cubicBezTo>
                  <a:cubicBezTo>
                    <a:pt x="28863" y="520"/>
                    <a:pt x="28863" y="195"/>
                    <a:pt x="28634" y="183"/>
                  </a:cubicBezTo>
                  <a:cubicBezTo>
                    <a:pt x="28050" y="154"/>
                    <a:pt x="27464" y="142"/>
                    <a:pt x="26876" y="142"/>
                  </a:cubicBezTo>
                  <a:cubicBezTo>
                    <a:pt x="25093" y="142"/>
                    <a:pt x="23299" y="247"/>
                    <a:pt x="21518" y="256"/>
                  </a:cubicBezTo>
                  <a:cubicBezTo>
                    <a:pt x="20334" y="268"/>
                    <a:pt x="19147" y="274"/>
                    <a:pt x="17960" y="274"/>
                  </a:cubicBezTo>
                  <a:cubicBezTo>
                    <a:pt x="16773" y="274"/>
                    <a:pt x="15586" y="268"/>
                    <a:pt x="14402" y="256"/>
                  </a:cubicBezTo>
                  <a:cubicBezTo>
                    <a:pt x="12033" y="244"/>
                    <a:pt x="9653" y="207"/>
                    <a:pt x="7285" y="147"/>
                  </a:cubicBezTo>
                  <a:cubicBezTo>
                    <a:pt x="5314" y="107"/>
                    <a:pt x="3335" y="1"/>
                    <a:pt x="13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593154" y="1355805"/>
              <a:ext cx="2262372" cy="75346"/>
            </a:xfrm>
            <a:custGeom>
              <a:avLst/>
              <a:gdLst/>
              <a:ahLst/>
              <a:cxnLst/>
              <a:rect l="l" t="t" r="r" b="b"/>
              <a:pathLst>
                <a:path w="34393" h="1153" extrusionOk="0">
                  <a:moveTo>
                    <a:pt x="3647" y="1"/>
                  </a:moveTo>
                  <a:cubicBezTo>
                    <a:pt x="2499" y="1"/>
                    <a:pt x="1350" y="15"/>
                    <a:pt x="205" y="64"/>
                  </a:cubicBezTo>
                  <a:cubicBezTo>
                    <a:pt x="12" y="76"/>
                    <a:pt x="0" y="377"/>
                    <a:pt x="205" y="377"/>
                  </a:cubicBezTo>
                  <a:cubicBezTo>
                    <a:pt x="4604" y="521"/>
                    <a:pt x="9016" y="425"/>
                    <a:pt x="13404" y="497"/>
                  </a:cubicBezTo>
                  <a:cubicBezTo>
                    <a:pt x="17804" y="557"/>
                    <a:pt x="22203" y="665"/>
                    <a:pt x="26603" y="834"/>
                  </a:cubicBezTo>
                  <a:cubicBezTo>
                    <a:pt x="27865" y="882"/>
                    <a:pt x="29127" y="942"/>
                    <a:pt x="30389" y="1002"/>
                  </a:cubicBezTo>
                  <a:cubicBezTo>
                    <a:pt x="31482" y="1054"/>
                    <a:pt x="32592" y="1153"/>
                    <a:pt x="33697" y="1153"/>
                  </a:cubicBezTo>
                  <a:cubicBezTo>
                    <a:pt x="33857" y="1153"/>
                    <a:pt x="34016" y="1151"/>
                    <a:pt x="34176" y="1146"/>
                  </a:cubicBezTo>
                  <a:cubicBezTo>
                    <a:pt x="34392" y="1146"/>
                    <a:pt x="34380" y="846"/>
                    <a:pt x="34176" y="821"/>
                  </a:cubicBezTo>
                  <a:cubicBezTo>
                    <a:pt x="31976" y="557"/>
                    <a:pt x="29728" y="581"/>
                    <a:pt x="27516" y="497"/>
                  </a:cubicBezTo>
                  <a:cubicBezTo>
                    <a:pt x="25341" y="413"/>
                    <a:pt x="23165" y="353"/>
                    <a:pt x="20977" y="293"/>
                  </a:cubicBezTo>
                  <a:cubicBezTo>
                    <a:pt x="16589" y="160"/>
                    <a:pt x="12190" y="64"/>
                    <a:pt x="7790" y="28"/>
                  </a:cubicBezTo>
                  <a:cubicBezTo>
                    <a:pt x="6411" y="22"/>
                    <a:pt x="5029" y="1"/>
                    <a:pt x="36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90" name="Google Shape;90;p2"/>
          <p:cNvSpPr/>
          <p:nvPr/>
        </p:nvSpPr>
        <p:spPr>
          <a:xfrm>
            <a:off x="3095226" y="3246276"/>
            <a:ext cx="2391554" cy="108050"/>
          </a:xfrm>
          <a:custGeom>
            <a:avLst/>
            <a:gdLst/>
            <a:ahLst/>
            <a:cxnLst/>
            <a:rect l="l" t="t" r="r" b="b"/>
            <a:pathLst>
              <a:path w="15953" h="747" extrusionOk="0">
                <a:moveTo>
                  <a:pt x="14696" y="0"/>
                </a:moveTo>
                <a:cubicBezTo>
                  <a:pt x="13740" y="0"/>
                  <a:pt x="12771" y="77"/>
                  <a:pt x="11829" y="95"/>
                </a:cubicBezTo>
                <a:cubicBezTo>
                  <a:pt x="10507" y="119"/>
                  <a:pt x="9172" y="155"/>
                  <a:pt x="7850" y="179"/>
                </a:cubicBezTo>
                <a:cubicBezTo>
                  <a:pt x="6564" y="191"/>
                  <a:pt x="5278" y="215"/>
                  <a:pt x="3991" y="227"/>
                </a:cubicBezTo>
                <a:cubicBezTo>
                  <a:pt x="3882" y="228"/>
                  <a:pt x="3773" y="228"/>
                  <a:pt x="3664" y="228"/>
                </a:cubicBezTo>
                <a:cubicBezTo>
                  <a:pt x="3250" y="228"/>
                  <a:pt x="2833" y="223"/>
                  <a:pt x="2417" y="223"/>
                </a:cubicBezTo>
                <a:cubicBezTo>
                  <a:pt x="1671" y="223"/>
                  <a:pt x="926" y="242"/>
                  <a:pt x="193" y="347"/>
                </a:cubicBezTo>
                <a:cubicBezTo>
                  <a:pt x="0" y="371"/>
                  <a:pt x="85" y="624"/>
                  <a:pt x="229" y="648"/>
                </a:cubicBezTo>
                <a:cubicBezTo>
                  <a:pt x="807" y="724"/>
                  <a:pt x="1396" y="746"/>
                  <a:pt x="1985" y="746"/>
                </a:cubicBezTo>
                <a:cubicBezTo>
                  <a:pt x="2694" y="746"/>
                  <a:pt x="3404" y="714"/>
                  <a:pt x="4100" y="708"/>
                </a:cubicBezTo>
                <a:cubicBezTo>
                  <a:pt x="5386" y="684"/>
                  <a:pt x="6672" y="672"/>
                  <a:pt x="7970" y="648"/>
                </a:cubicBezTo>
                <a:cubicBezTo>
                  <a:pt x="9220" y="624"/>
                  <a:pt x="10471" y="600"/>
                  <a:pt x="11721" y="576"/>
                </a:cubicBezTo>
                <a:cubicBezTo>
                  <a:pt x="13031" y="540"/>
                  <a:pt x="14390" y="600"/>
                  <a:pt x="15700" y="419"/>
                </a:cubicBezTo>
                <a:cubicBezTo>
                  <a:pt x="15940" y="395"/>
                  <a:pt x="15952" y="59"/>
                  <a:pt x="15700" y="35"/>
                </a:cubicBezTo>
                <a:cubicBezTo>
                  <a:pt x="15368" y="10"/>
                  <a:pt x="15033" y="0"/>
                  <a:pt x="146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91" name="Google Shape;91;p2"/>
          <p:cNvSpPr/>
          <p:nvPr/>
        </p:nvSpPr>
        <p:spPr>
          <a:xfrm rot="7631436">
            <a:off x="8198706" y="885440"/>
            <a:ext cx="726647" cy="542071"/>
          </a:xfrm>
          <a:custGeom>
            <a:avLst/>
            <a:gdLst/>
            <a:ahLst/>
            <a:cxnLst/>
            <a:rect l="l" t="t" r="r" b="b"/>
            <a:pathLst>
              <a:path w="3740" h="2790" extrusionOk="0">
                <a:moveTo>
                  <a:pt x="1666" y="1"/>
                </a:moveTo>
                <a:cubicBezTo>
                  <a:pt x="1534" y="1"/>
                  <a:pt x="1401" y="88"/>
                  <a:pt x="1395" y="262"/>
                </a:cubicBezTo>
                <a:cubicBezTo>
                  <a:pt x="1383" y="370"/>
                  <a:pt x="1383" y="478"/>
                  <a:pt x="1383" y="587"/>
                </a:cubicBezTo>
                <a:cubicBezTo>
                  <a:pt x="987" y="599"/>
                  <a:pt x="590" y="623"/>
                  <a:pt x="217" y="683"/>
                </a:cubicBezTo>
                <a:cubicBezTo>
                  <a:pt x="1" y="707"/>
                  <a:pt x="1" y="983"/>
                  <a:pt x="217" y="1007"/>
                </a:cubicBezTo>
                <a:cubicBezTo>
                  <a:pt x="590" y="1055"/>
                  <a:pt x="987" y="1079"/>
                  <a:pt x="1383" y="1091"/>
                </a:cubicBezTo>
                <a:cubicBezTo>
                  <a:pt x="1395" y="1596"/>
                  <a:pt x="1431" y="2089"/>
                  <a:pt x="1455" y="2582"/>
                </a:cubicBezTo>
                <a:cubicBezTo>
                  <a:pt x="1461" y="2720"/>
                  <a:pt x="1564" y="2789"/>
                  <a:pt x="1666" y="2789"/>
                </a:cubicBezTo>
                <a:cubicBezTo>
                  <a:pt x="1768" y="2789"/>
                  <a:pt x="1870" y="2720"/>
                  <a:pt x="1876" y="2582"/>
                </a:cubicBezTo>
                <a:cubicBezTo>
                  <a:pt x="1900" y="2101"/>
                  <a:pt x="1936" y="1596"/>
                  <a:pt x="1948" y="1103"/>
                </a:cubicBezTo>
                <a:cubicBezTo>
                  <a:pt x="2441" y="1103"/>
                  <a:pt x="2934" y="1091"/>
                  <a:pt x="3415" y="1091"/>
                </a:cubicBezTo>
                <a:cubicBezTo>
                  <a:pt x="3419" y="1092"/>
                  <a:pt x="3422" y="1092"/>
                  <a:pt x="3426" y="1092"/>
                </a:cubicBezTo>
                <a:cubicBezTo>
                  <a:pt x="3739" y="1092"/>
                  <a:pt x="3736" y="587"/>
                  <a:pt x="3415" y="587"/>
                </a:cubicBezTo>
                <a:lnTo>
                  <a:pt x="1948" y="587"/>
                </a:lnTo>
                <a:cubicBezTo>
                  <a:pt x="1948" y="478"/>
                  <a:pt x="1948" y="370"/>
                  <a:pt x="1936" y="262"/>
                </a:cubicBezTo>
                <a:cubicBezTo>
                  <a:pt x="1930" y="88"/>
                  <a:pt x="1798" y="1"/>
                  <a:pt x="16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825" y="-19325"/>
            <a:ext cx="9165672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2441768" y="673303"/>
            <a:ext cx="4529561" cy="4071505"/>
          </a:xfrm>
          <a:custGeom>
            <a:avLst/>
            <a:gdLst/>
            <a:ahLst/>
            <a:cxnLst/>
            <a:rect l="l" t="t" r="r" b="b"/>
            <a:pathLst>
              <a:path w="14122" h="12694" extrusionOk="0">
                <a:moveTo>
                  <a:pt x="9279" y="1"/>
                </a:moveTo>
                <a:cubicBezTo>
                  <a:pt x="9077" y="1"/>
                  <a:pt x="8875" y="5"/>
                  <a:pt x="8675" y="12"/>
                </a:cubicBezTo>
                <a:cubicBezTo>
                  <a:pt x="7278" y="54"/>
                  <a:pt x="5873" y="179"/>
                  <a:pt x="4543" y="606"/>
                </a:cubicBezTo>
                <a:cubicBezTo>
                  <a:pt x="3221" y="1033"/>
                  <a:pt x="1974" y="1794"/>
                  <a:pt x="1163" y="2915"/>
                </a:cubicBezTo>
                <a:cubicBezTo>
                  <a:pt x="301" y="4111"/>
                  <a:pt x="0" y="5617"/>
                  <a:pt x="59" y="7081"/>
                </a:cubicBezTo>
                <a:cubicBezTo>
                  <a:pt x="134" y="8980"/>
                  <a:pt x="912" y="10996"/>
                  <a:pt x="2593" y="11916"/>
                </a:cubicBezTo>
                <a:cubicBezTo>
                  <a:pt x="3346" y="12326"/>
                  <a:pt x="4200" y="12485"/>
                  <a:pt x="5045" y="12586"/>
                </a:cubicBezTo>
                <a:cubicBezTo>
                  <a:pt x="5544" y="12650"/>
                  <a:pt x="6051" y="12694"/>
                  <a:pt x="6554" y="12694"/>
                </a:cubicBezTo>
                <a:cubicBezTo>
                  <a:pt x="7163" y="12694"/>
                  <a:pt x="7767" y="12630"/>
                  <a:pt x="8349" y="12460"/>
                </a:cubicBezTo>
                <a:cubicBezTo>
                  <a:pt x="9370" y="12159"/>
                  <a:pt x="10323" y="11473"/>
                  <a:pt x="10725" y="10503"/>
                </a:cubicBezTo>
                <a:lnTo>
                  <a:pt x="12139" y="12209"/>
                </a:lnTo>
                <a:lnTo>
                  <a:pt x="11720" y="9959"/>
                </a:lnTo>
                <a:lnTo>
                  <a:pt x="11812" y="9950"/>
                </a:lnTo>
                <a:cubicBezTo>
                  <a:pt x="12641" y="9800"/>
                  <a:pt x="13293" y="9131"/>
                  <a:pt x="13636" y="8378"/>
                </a:cubicBezTo>
                <a:cubicBezTo>
                  <a:pt x="13979" y="7625"/>
                  <a:pt x="14055" y="6771"/>
                  <a:pt x="14080" y="5935"/>
                </a:cubicBezTo>
                <a:cubicBezTo>
                  <a:pt x="14121" y="4964"/>
                  <a:pt x="14105" y="3977"/>
                  <a:pt x="13837" y="3040"/>
                </a:cubicBezTo>
                <a:cubicBezTo>
                  <a:pt x="13578" y="2103"/>
                  <a:pt x="13042" y="1217"/>
                  <a:pt x="12222" y="681"/>
                </a:cubicBezTo>
                <a:cubicBezTo>
                  <a:pt x="11368" y="121"/>
                  <a:pt x="10315" y="1"/>
                  <a:pt x="92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041800" y="551100"/>
            <a:ext cx="4744139" cy="4171898"/>
          </a:xfrm>
          <a:custGeom>
            <a:avLst/>
            <a:gdLst/>
            <a:ahLst/>
            <a:cxnLst/>
            <a:rect l="l" t="t" r="r" b="b"/>
            <a:pathLst>
              <a:path w="14791" h="13007" extrusionOk="0">
                <a:moveTo>
                  <a:pt x="9649" y="299"/>
                </a:moveTo>
                <a:cubicBezTo>
                  <a:pt x="10334" y="299"/>
                  <a:pt x="11018" y="360"/>
                  <a:pt x="11662" y="569"/>
                </a:cubicBezTo>
                <a:cubicBezTo>
                  <a:pt x="12917" y="970"/>
                  <a:pt x="13695" y="2008"/>
                  <a:pt x="14055" y="3237"/>
                </a:cubicBezTo>
                <a:cubicBezTo>
                  <a:pt x="14398" y="4542"/>
                  <a:pt x="14415" y="6048"/>
                  <a:pt x="14181" y="7378"/>
                </a:cubicBezTo>
                <a:cubicBezTo>
                  <a:pt x="13996" y="8458"/>
                  <a:pt x="13344" y="9830"/>
                  <a:pt x="12089" y="9955"/>
                </a:cubicBezTo>
                <a:cubicBezTo>
                  <a:pt x="11989" y="9955"/>
                  <a:pt x="11913" y="10047"/>
                  <a:pt x="11938" y="10147"/>
                </a:cubicBezTo>
                <a:lnTo>
                  <a:pt x="12243" y="11787"/>
                </a:lnTo>
                <a:lnTo>
                  <a:pt x="12243" y="11787"/>
                </a:lnTo>
                <a:lnTo>
                  <a:pt x="11211" y="10541"/>
                </a:lnTo>
                <a:cubicBezTo>
                  <a:pt x="11179" y="10513"/>
                  <a:pt x="11141" y="10499"/>
                  <a:pt x="11102" y="10499"/>
                </a:cubicBezTo>
                <a:cubicBezTo>
                  <a:pt x="11048" y="10499"/>
                  <a:pt x="10994" y="10525"/>
                  <a:pt x="10960" y="10574"/>
                </a:cubicBezTo>
                <a:cubicBezTo>
                  <a:pt x="10218" y="12222"/>
                  <a:pt x="8517" y="12677"/>
                  <a:pt x="6840" y="12677"/>
                </a:cubicBezTo>
                <a:cubicBezTo>
                  <a:pt x="6209" y="12677"/>
                  <a:pt x="5583" y="12612"/>
                  <a:pt x="5012" y="12523"/>
                </a:cubicBezTo>
                <a:cubicBezTo>
                  <a:pt x="3941" y="12364"/>
                  <a:pt x="2912" y="12030"/>
                  <a:pt x="2134" y="11243"/>
                </a:cubicBezTo>
                <a:cubicBezTo>
                  <a:pt x="1465" y="10566"/>
                  <a:pt x="1046" y="9671"/>
                  <a:pt x="812" y="8767"/>
                </a:cubicBezTo>
                <a:cubicBezTo>
                  <a:pt x="285" y="6717"/>
                  <a:pt x="586" y="4258"/>
                  <a:pt x="2067" y="2668"/>
                </a:cubicBezTo>
                <a:cubicBezTo>
                  <a:pt x="3598" y="1020"/>
                  <a:pt x="5932" y="510"/>
                  <a:pt x="8090" y="368"/>
                </a:cubicBezTo>
                <a:cubicBezTo>
                  <a:pt x="8599" y="335"/>
                  <a:pt x="9124" y="299"/>
                  <a:pt x="9649" y="299"/>
                </a:cubicBezTo>
                <a:close/>
                <a:moveTo>
                  <a:pt x="9700" y="0"/>
                </a:moveTo>
                <a:cubicBezTo>
                  <a:pt x="9536" y="0"/>
                  <a:pt x="9373" y="3"/>
                  <a:pt x="9211" y="8"/>
                </a:cubicBezTo>
                <a:cubicBezTo>
                  <a:pt x="6802" y="67"/>
                  <a:pt x="4217" y="385"/>
                  <a:pt x="2318" y="1991"/>
                </a:cubicBezTo>
                <a:cubicBezTo>
                  <a:pt x="528" y="3513"/>
                  <a:pt x="1" y="6006"/>
                  <a:pt x="377" y="8248"/>
                </a:cubicBezTo>
                <a:cubicBezTo>
                  <a:pt x="745" y="10432"/>
                  <a:pt x="2067" y="12214"/>
                  <a:pt x="4292" y="12716"/>
                </a:cubicBezTo>
                <a:cubicBezTo>
                  <a:pt x="5051" y="12884"/>
                  <a:pt x="5926" y="13007"/>
                  <a:pt x="6802" y="13007"/>
                </a:cubicBezTo>
                <a:cubicBezTo>
                  <a:pt x="8547" y="13007"/>
                  <a:pt x="10296" y="12520"/>
                  <a:pt x="11128" y="10938"/>
                </a:cubicBezTo>
                <a:lnTo>
                  <a:pt x="11128" y="10938"/>
                </a:lnTo>
                <a:lnTo>
                  <a:pt x="12399" y="12465"/>
                </a:lnTo>
                <a:cubicBezTo>
                  <a:pt x="12429" y="12503"/>
                  <a:pt x="12465" y="12518"/>
                  <a:pt x="12501" y="12518"/>
                </a:cubicBezTo>
                <a:cubicBezTo>
                  <a:pt x="12591" y="12518"/>
                  <a:pt x="12676" y="12416"/>
                  <a:pt x="12658" y="12314"/>
                </a:cubicBezTo>
                <a:lnTo>
                  <a:pt x="12280" y="10238"/>
                </a:lnTo>
                <a:lnTo>
                  <a:pt x="12280" y="10238"/>
                </a:lnTo>
                <a:cubicBezTo>
                  <a:pt x="13360" y="10032"/>
                  <a:pt x="14095" y="8987"/>
                  <a:pt x="14373" y="7981"/>
                </a:cubicBezTo>
                <a:cubicBezTo>
                  <a:pt x="14790" y="6487"/>
                  <a:pt x="14750" y="4660"/>
                  <a:pt x="14359" y="3165"/>
                </a:cubicBezTo>
                <a:lnTo>
                  <a:pt x="14359" y="3165"/>
                </a:lnTo>
                <a:cubicBezTo>
                  <a:pt x="14358" y="3161"/>
                  <a:pt x="14357" y="3157"/>
                  <a:pt x="14356" y="3154"/>
                </a:cubicBezTo>
                <a:lnTo>
                  <a:pt x="14356" y="3154"/>
                </a:lnTo>
                <a:cubicBezTo>
                  <a:pt x="14356" y="3154"/>
                  <a:pt x="14356" y="3154"/>
                  <a:pt x="14356" y="3154"/>
                </a:cubicBezTo>
                <a:cubicBezTo>
                  <a:pt x="14047" y="2133"/>
                  <a:pt x="13469" y="1171"/>
                  <a:pt x="12524" y="610"/>
                </a:cubicBezTo>
                <a:cubicBezTo>
                  <a:pt x="11679" y="109"/>
                  <a:pt x="10675" y="0"/>
                  <a:pt x="97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2626375" y="1826275"/>
            <a:ext cx="3891300" cy="17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825400" y="1055210"/>
            <a:ext cx="3493200" cy="113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7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Fira Sans Extra Condensed Medium"/>
              <a:buNone/>
              <a:defRPr sz="3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3431325" y="3540925"/>
            <a:ext cx="22812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607863" y="431217"/>
            <a:ext cx="7795800" cy="7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40" name="Google Shape;140;p6"/>
          <p:cNvGrpSpPr/>
          <p:nvPr/>
        </p:nvGrpSpPr>
        <p:grpSpPr>
          <a:xfrm>
            <a:off x="7336409" y="105825"/>
            <a:ext cx="1685019" cy="2405475"/>
            <a:chOff x="7336409" y="105825"/>
            <a:chExt cx="1685019" cy="2405475"/>
          </a:xfrm>
        </p:grpSpPr>
        <p:sp>
          <p:nvSpPr>
            <p:cNvPr id="141" name="Google Shape;141;p6"/>
            <p:cNvSpPr/>
            <p:nvPr/>
          </p:nvSpPr>
          <p:spPr>
            <a:xfrm>
              <a:off x="7336409" y="161701"/>
              <a:ext cx="264710" cy="134652"/>
            </a:xfrm>
            <a:custGeom>
              <a:avLst/>
              <a:gdLst/>
              <a:ahLst/>
              <a:cxnLst/>
              <a:rect l="l" t="t" r="r" b="b"/>
              <a:pathLst>
                <a:path w="3861" h="1964" extrusionOk="0">
                  <a:moveTo>
                    <a:pt x="1883" y="0"/>
                  </a:moveTo>
                  <a:cubicBezTo>
                    <a:pt x="1816" y="0"/>
                    <a:pt x="1745" y="27"/>
                    <a:pt x="1680" y="88"/>
                  </a:cubicBezTo>
                  <a:cubicBezTo>
                    <a:pt x="1560" y="184"/>
                    <a:pt x="1488" y="329"/>
                    <a:pt x="1440" y="485"/>
                  </a:cubicBezTo>
                  <a:cubicBezTo>
                    <a:pt x="1043" y="449"/>
                    <a:pt x="658" y="425"/>
                    <a:pt x="262" y="413"/>
                  </a:cubicBezTo>
                  <a:cubicBezTo>
                    <a:pt x="258" y="413"/>
                    <a:pt x="255" y="413"/>
                    <a:pt x="251" y="413"/>
                  </a:cubicBezTo>
                  <a:cubicBezTo>
                    <a:pt x="55" y="413"/>
                    <a:pt x="1" y="750"/>
                    <a:pt x="213" y="786"/>
                  </a:cubicBezTo>
                  <a:cubicBezTo>
                    <a:pt x="598" y="846"/>
                    <a:pt x="971" y="882"/>
                    <a:pt x="1355" y="930"/>
                  </a:cubicBezTo>
                  <a:cubicBezTo>
                    <a:pt x="1355" y="978"/>
                    <a:pt x="1343" y="1026"/>
                    <a:pt x="1343" y="1074"/>
                  </a:cubicBezTo>
                  <a:cubicBezTo>
                    <a:pt x="1343" y="1326"/>
                    <a:pt x="1367" y="1687"/>
                    <a:pt x="1584" y="1831"/>
                  </a:cubicBezTo>
                  <a:lnTo>
                    <a:pt x="1584" y="1843"/>
                  </a:lnTo>
                  <a:cubicBezTo>
                    <a:pt x="1623" y="1926"/>
                    <a:pt x="1697" y="1964"/>
                    <a:pt x="1768" y="1964"/>
                  </a:cubicBezTo>
                  <a:cubicBezTo>
                    <a:pt x="1872" y="1964"/>
                    <a:pt x="1968" y="1883"/>
                    <a:pt x="1932" y="1747"/>
                  </a:cubicBezTo>
                  <a:cubicBezTo>
                    <a:pt x="1932" y="1747"/>
                    <a:pt x="1932" y="1735"/>
                    <a:pt x="1920" y="1735"/>
                  </a:cubicBezTo>
                  <a:cubicBezTo>
                    <a:pt x="2005" y="1567"/>
                    <a:pt x="1944" y="1375"/>
                    <a:pt x="1957" y="1170"/>
                  </a:cubicBezTo>
                  <a:cubicBezTo>
                    <a:pt x="1957" y="1110"/>
                    <a:pt x="1969" y="1062"/>
                    <a:pt x="1981" y="1002"/>
                  </a:cubicBezTo>
                  <a:cubicBezTo>
                    <a:pt x="2449" y="1050"/>
                    <a:pt x="2918" y="1098"/>
                    <a:pt x="3387" y="1182"/>
                  </a:cubicBezTo>
                  <a:cubicBezTo>
                    <a:pt x="3406" y="1185"/>
                    <a:pt x="3424" y="1186"/>
                    <a:pt x="3442" y="1186"/>
                  </a:cubicBezTo>
                  <a:cubicBezTo>
                    <a:pt x="3802" y="1186"/>
                    <a:pt x="3860" y="629"/>
                    <a:pt x="3459" y="617"/>
                  </a:cubicBezTo>
                  <a:cubicBezTo>
                    <a:pt x="3014" y="605"/>
                    <a:pt x="2570" y="569"/>
                    <a:pt x="2125" y="533"/>
                  </a:cubicBezTo>
                  <a:cubicBezTo>
                    <a:pt x="2137" y="485"/>
                    <a:pt x="2149" y="425"/>
                    <a:pt x="2161" y="365"/>
                  </a:cubicBezTo>
                  <a:cubicBezTo>
                    <a:pt x="2195" y="167"/>
                    <a:pt x="2051" y="0"/>
                    <a:pt x="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8022989" y="105825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61" y="0"/>
                  </a:moveTo>
                  <a:cubicBezTo>
                    <a:pt x="1570" y="0"/>
                    <a:pt x="1478" y="41"/>
                    <a:pt x="1419" y="134"/>
                  </a:cubicBezTo>
                  <a:cubicBezTo>
                    <a:pt x="1251" y="374"/>
                    <a:pt x="1155" y="651"/>
                    <a:pt x="1095" y="951"/>
                  </a:cubicBezTo>
                  <a:cubicBezTo>
                    <a:pt x="818" y="951"/>
                    <a:pt x="542" y="963"/>
                    <a:pt x="265" y="975"/>
                  </a:cubicBezTo>
                  <a:cubicBezTo>
                    <a:pt x="1" y="987"/>
                    <a:pt x="1" y="1360"/>
                    <a:pt x="265" y="1372"/>
                  </a:cubicBezTo>
                  <a:cubicBezTo>
                    <a:pt x="530" y="1384"/>
                    <a:pt x="794" y="1396"/>
                    <a:pt x="1071" y="1396"/>
                  </a:cubicBezTo>
                  <a:cubicBezTo>
                    <a:pt x="1059" y="1745"/>
                    <a:pt x="1107" y="2093"/>
                    <a:pt x="1191" y="2406"/>
                  </a:cubicBezTo>
                  <a:cubicBezTo>
                    <a:pt x="1224" y="2545"/>
                    <a:pt x="1328" y="2605"/>
                    <a:pt x="1437" y="2605"/>
                  </a:cubicBezTo>
                  <a:cubicBezTo>
                    <a:pt x="1601" y="2605"/>
                    <a:pt x="1775" y="2467"/>
                    <a:pt x="1732" y="2250"/>
                  </a:cubicBezTo>
                  <a:cubicBezTo>
                    <a:pt x="1672" y="1949"/>
                    <a:pt x="1672" y="1685"/>
                    <a:pt x="1696" y="1408"/>
                  </a:cubicBezTo>
                  <a:lnTo>
                    <a:pt x="1696" y="1408"/>
                  </a:lnTo>
                  <a:cubicBezTo>
                    <a:pt x="2092" y="1420"/>
                    <a:pt x="2489" y="1420"/>
                    <a:pt x="2886" y="1432"/>
                  </a:cubicBezTo>
                  <a:cubicBezTo>
                    <a:pt x="2889" y="1432"/>
                    <a:pt x="2893" y="1432"/>
                    <a:pt x="2897" y="1432"/>
                  </a:cubicBezTo>
                  <a:cubicBezTo>
                    <a:pt x="3215" y="1432"/>
                    <a:pt x="3219" y="915"/>
                    <a:pt x="2907" y="915"/>
                  </a:cubicBezTo>
                  <a:cubicBezTo>
                    <a:pt x="2900" y="915"/>
                    <a:pt x="2893" y="915"/>
                    <a:pt x="2886" y="915"/>
                  </a:cubicBezTo>
                  <a:cubicBezTo>
                    <a:pt x="2513" y="927"/>
                    <a:pt x="2153" y="927"/>
                    <a:pt x="1780" y="939"/>
                  </a:cubicBezTo>
                  <a:cubicBezTo>
                    <a:pt x="1828" y="747"/>
                    <a:pt x="1876" y="555"/>
                    <a:pt x="1936" y="350"/>
                  </a:cubicBezTo>
                  <a:cubicBezTo>
                    <a:pt x="1991" y="140"/>
                    <a:pt x="1828" y="0"/>
                    <a:pt x="1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8442508" y="127147"/>
              <a:ext cx="206708" cy="175376"/>
            </a:xfrm>
            <a:custGeom>
              <a:avLst/>
              <a:gdLst/>
              <a:ahLst/>
              <a:cxnLst/>
              <a:rect l="l" t="t" r="r" b="b"/>
              <a:pathLst>
                <a:path w="3015" h="2558" extrusionOk="0">
                  <a:moveTo>
                    <a:pt x="1413" y="0"/>
                  </a:moveTo>
                  <a:cubicBezTo>
                    <a:pt x="1278" y="0"/>
                    <a:pt x="1142" y="93"/>
                    <a:pt x="1118" y="280"/>
                  </a:cubicBezTo>
                  <a:cubicBezTo>
                    <a:pt x="1094" y="496"/>
                    <a:pt x="1094" y="712"/>
                    <a:pt x="1094" y="929"/>
                  </a:cubicBezTo>
                  <a:cubicBezTo>
                    <a:pt x="806" y="929"/>
                    <a:pt x="529" y="941"/>
                    <a:pt x="253" y="953"/>
                  </a:cubicBezTo>
                  <a:cubicBezTo>
                    <a:pt x="0" y="965"/>
                    <a:pt x="0" y="1338"/>
                    <a:pt x="253" y="1350"/>
                  </a:cubicBezTo>
                  <a:cubicBezTo>
                    <a:pt x="541" y="1374"/>
                    <a:pt x="818" y="1374"/>
                    <a:pt x="1106" y="1386"/>
                  </a:cubicBezTo>
                  <a:cubicBezTo>
                    <a:pt x="1118" y="1698"/>
                    <a:pt x="1154" y="2011"/>
                    <a:pt x="1166" y="2323"/>
                  </a:cubicBezTo>
                  <a:cubicBezTo>
                    <a:pt x="1179" y="2480"/>
                    <a:pt x="1296" y="2558"/>
                    <a:pt x="1413" y="2558"/>
                  </a:cubicBezTo>
                  <a:cubicBezTo>
                    <a:pt x="1530" y="2558"/>
                    <a:pt x="1647" y="2480"/>
                    <a:pt x="1659" y="2323"/>
                  </a:cubicBezTo>
                  <a:cubicBezTo>
                    <a:pt x="1683" y="2023"/>
                    <a:pt x="1707" y="1710"/>
                    <a:pt x="1731" y="1398"/>
                  </a:cubicBezTo>
                  <a:cubicBezTo>
                    <a:pt x="2044" y="1410"/>
                    <a:pt x="2369" y="1410"/>
                    <a:pt x="2693" y="1410"/>
                  </a:cubicBezTo>
                  <a:cubicBezTo>
                    <a:pt x="2697" y="1410"/>
                    <a:pt x="2700" y="1410"/>
                    <a:pt x="2704" y="1410"/>
                  </a:cubicBezTo>
                  <a:cubicBezTo>
                    <a:pt x="3014" y="1410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700"/>
                    <a:pt x="1731" y="484"/>
                    <a:pt x="1707" y="280"/>
                  </a:cubicBezTo>
                  <a:cubicBezTo>
                    <a:pt x="1683" y="93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800665" y="128107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2" y="1"/>
                  </a:moveTo>
                  <a:cubicBezTo>
                    <a:pt x="1668" y="1"/>
                    <a:pt x="1558" y="63"/>
                    <a:pt x="1520" y="206"/>
                  </a:cubicBezTo>
                  <a:cubicBezTo>
                    <a:pt x="1436" y="482"/>
                    <a:pt x="1376" y="759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2"/>
                    <a:pt x="250" y="902"/>
                  </a:cubicBezTo>
                  <a:cubicBezTo>
                    <a:pt x="50" y="902"/>
                    <a:pt x="1" y="1253"/>
                    <a:pt x="222" y="1288"/>
                  </a:cubicBezTo>
                  <a:cubicBezTo>
                    <a:pt x="559" y="1348"/>
                    <a:pt x="895" y="1396"/>
                    <a:pt x="1232" y="1456"/>
                  </a:cubicBezTo>
                  <a:cubicBezTo>
                    <a:pt x="1148" y="1816"/>
                    <a:pt x="1075" y="2189"/>
                    <a:pt x="1003" y="2550"/>
                  </a:cubicBezTo>
                  <a:cubicBezTo>
                    <a:pt x="967" y="2725"/>
                    <a:pt x="1109" y="2843"/>
                    <a:pt x="1244" y="2843"/>
                  </a:cubicBezTo>
                  <a:cubicBezTo>
                    <a:pt x="1331" y="2843"/>
                    <a:pt x="1415" y="2795"/>
                    <a:pt x="1448" y="2682"/>
                  </a:cubicBezTo>
                  <a:cubicBezTo>
                    <a:pt x="1556" y="2297"/>
                    <a:pt x="1677" y="1925"/>
                    <a:pt x="1785" y="1540"/>
                  </a:cubicBezTo>
                  <a:cubicBezTo>
                    <a:pt x="2121" y="1588"/>
                    <a:pt x="2470" y="1648"/>
                    <a:pt x="2806" y="1708"/>
                  </a:cubicBezTo>
                  <a:cubicBezTo>
                    <a:pt x="2826" y="1712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5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8564476" y="369848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6"/>
                    <a:pt x="1143" y="226"/>
                  </a:cubicBezTo>
                  <a:cubicBezTo>
                    <a:pt x="1119" y="454"/>
                    <a:pt x="1106" y="683"/>
                    <a:pt x="1119" y="911"/>
                  </a:cubicBezTo>
                  <a:cubicBezTo>
                    <a:pt x="818" y="911"/>
                    <a:pt x="517" y="923"/>
                    <a:pt x="217" y="935"/>
                  </a:cubicBezTo>
                  <a:cubicBezTo>
                    <a:pt x="1" y="935"/>
                    <a:pt x="1" y="1272"/>
                    <a:pt x="217" y="1272"/>
                  </a:cubicBezTo>
                  <a:cubicBezTo>
                    <a:pt x="517" y="1284"/>
                    <a:pt x="830" y="1296"/>
                    <a:pt x="1131" y="1296"/>
                  </a:cubicBezTo>
                  <a:cubicBezTo>
                    <a:pt x="1143" y="1620"/>
                    <a:pt x="1167" y="1957"/>
                    <a:pt x="1179" y="2269"/>
                  </a:cubicBezTo>
                  <a:cubicBezTo>
                    <a:pt x="1185" y="2402"/>
                    <a:pt x="1287" y="2468"/>
                    <a:pt x="1387" y="2468"/>
                  </a:cubicBezTo>
                  <a:cubicBezTo>
                    <a:pt x="1488" y="2468"/>
                    <a:pt x="1587" y="2402"/>
                    <a:pt x="1587" y="2269"/>
                  </a:cubicBezTo>
                  <a:cubicBezTo>
                    <a:pt x="1599" y="1957"/>
                    <a:pt x="1623" y="1632"/>
                    <a:pt x="1647" y="1308"/>
                  </a:cubicBezTo>
                  <a:cubicBezTo>
                    <a:pt x="2140" y="1320"/>
                    <a:pt x="2633" y="1332"/>
                    <a:pt x="3126" y="1344"/>
                  </a:cubicBezTo>
                  <a:cubicBezTo>
                    <a:pt x="3427" y="1344"/>
                    <a:pt x="3427" y="863"/>
                    <a:pt x="3126" y="863"/>
                  </a:cubicBezTo>
                  <a:cubicBezTo>
                    <a:pt x="2633" y="875"/>
                    <a:pt x="2152" y="887"/>
                    <a:pt x="1659" y="899"/>
                  </a:cubicBezTo>
                  <a:cubicBezTo>
                    <a:pt x="1659" y="671"/>
                    <a:pt x="1647" y="442"/>
                    <a:pt x="1623" y="226"/>
                  </a:cubicBezTo>
                  <a:cubicBezTo>
                    <a:pt x="1605" y="76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8442508" y="591365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8800665" y="592393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186162" y="811784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8564476" y="834066"/>
              <a:ext cx="234955" cy="169000"/>
            </a:xfrm>
            <a:custGeom>
              <a:avLst/>
              <a:gdLst/>
              <a:ahLst/>
              <a:cxnLst/>
              <a:rect l="l" t="t" r="r" b="b"/>
              <a:pathLst>
                <a:path w="3427" h="2465" extrusionOk="0">
                  <a:moveTo>
                    <a:pt x="1387" y="0"/>
                  </a:moveTo>
                  <a:cubicBezTo>
                    <a:pt x="1278" y="0"/>
                    <a:pt x="1167" y="78"/>
                    <a:pt x="1143" y="235"/>
                  </a:cubicBezTo>
                  <a:cubicBezTo>
                    <a:pt x="1119" y="451"/>
                    <a:pt x="1106" y="679"/>
                    <a:pt x="1119" y="908"/>
                  </a:cubicBezTo>
                  <a:cubicBezTo>
                    <a:pt x="818" y="920"/>
                    <a:pt x="517" y="920"/>
                    <a:pt x="217" y="932"/>
                  </a:cubicBezTo>
                  <a:cubicBezTo>
                    <a:pt x="1" y="944"/>
                    <a:pt x="1" y="1268"/>
                    <a:pt x="217" y="1280"/>
                  </a:cubicBezTo>
                  <a:cubicBezTo>
                    <a:pt x="517" y="1293"/>
                    <a:pt x="830" y="1293"/>
                    <a:pt x="1131" y="1305"/>
                  </a:cubicBezTo>
                  <a:cubicBezTo>
                    <a:pt x="1143" y="1629"/>
                    <a:pt x="1167" y="1954"/>
                    <a:pt x="1179" y="2266"/>
                  </a:cubicBezTo>
                  <a:cubicBezTo>
                    <a:pt x="1185" y="2398"/>
                    <a:pt x="1287" y="2465"/>
                    <a:pt x="1387" y="2465"/>
                  </a:cubicBezTo>
                  <a:cubicBezTo>
                    <a:pt x="1488" y="2465"/>
                    <a:pt x="1587" y="2398"/>
                    <a:pt x="1587" y="2266"/>
                  </a:cubicBezTo>
                  <a:cubicBezTo>
                    <a:pt x="1599" y="1954"/>
                    <a:pt x="1623" y="1641"/>
                    <a:pt x="1647" y="1317"/>
                  </a:cubicBezTo>
                  <a:cubicBezTo>
                    <a:pt x="2140" y="1329"/>
                    <a:pt x="2633" y="1329"/>
                    <a:pt x="3126" y="1341"/>
                  </a:cubicBezTo>
                  <a:cubicBezTo>
                    <a:pt x="3427" y="1341"/>
                    <a:pt x="3427" y="872"/>
                    <a:pt x="3126" y="872"/>
                  </a:cubicBezTo>
                  <a:cubicBezTo>
                    <a:pt x="2633" y="872"/>
                    <a:pt x="2152" y="884"/>
                    <a:pt x="1659" y="896"/>
                  </a:cubicBezTo>
                  <a:cubicBezTo>
                    <a:pt x="1659" y="667"/>
                    <a:pt x="1647" y="451"/>
                    <a:pt x="1623" y="235"/>
                  </a:cubicBezTo>
                  <a:cubicBezTo>
                    <a:pt x="1605" y="78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8716878" y="2375963"/>
              <a:ext cx="264847" cy="135337"/>
            </a:xfrm>
            <a:custGeom>
              <a:avLst/>
              <a:gdLst/>
              <a:ahLst/>
              <a:cxnLst/>
              <a:rect l="l" t="t" r="r" b="b"/>
              <a:pathLst>
                <a:path w="3863" h="1974" extrusionOk="0">
                  <a:moveTo>
                    <a:pt x="1881" y="0"/>
                  </a:moveTo>
                  <a:cubicBezTo>
                    <a:pt x="1815" y="0"/>
                    <a:pt x="1746" y="26"/>
                    <a:pt x="1683" y="86"/>
                  </a:cubicBezTo>
                  <a:cubicBezTo>
                    <a:pt x="1563" y="194"/>
                    <a:pt x="1491" y="339"/>
                    <a:pt x="1443" y="483"/>
                  </a:cubicBezTo>
                  <a:cubicBezTo>
                    <a:pt x="1046" y="459"/>
                    <a:pt x="661" y="423"/>
                    <a:pt x="265" y="411"/>
                  </a:cubicBezTo>
                  <a:cubicBezTo>
                    <a:pt x="60" y="411"/>
                    <a:pt x="0" y="747"/>
                    <a:pt x="216" y="783"/>
                  </a:cubicBezTo>
                  <a:cubicBezTo>
                    <a:pt x="601" y="843"/>
                    <a:pt x="974" y="892"/>
                    <a:pt x="1358" y="928"/>
                  </a:cubicBezTo>
                  <a:cubicBezTo>
                    <a:pt x="1358" y="988"/>
                    <a:pt x="1346" y="1036"/>
                    <a:pt x="1346" y="1084"/>
                  </a:cubicBezTo>
                  <a:cubicBezTo>
                    <a:pt x="1346" y="1336"/>
                    <a:pt x="1370" y="1685"/>
                    <a:pt x="1587" y="1841"/>
                  </a:cubicBezTo>
                  <a:lnTo>
                    <a:pt x="1587" y="1853"/>
                  </a:lnTo>
                  <a:cubicBezTo>
                    <a:pt x="1626" y="1936"/>
                    <a:pt x="1700" y="1973"/>
                    <a:pt x="1771" y="1973"/>
                  </a:cubicBezTo>
                  <a:cubicBezTo>
                    <a:pt x="1875" y="1973"/>
                    <a:pt x="1971" y="1893"/>
                    <a:pt x="1935" y="1757"/>
                  </a:cubicBezTo>
                  <a:cubicBezTo>
                    <a:pt x="1935" y="1745"/>
                    <a:pt x="1935" y="1745"/>
                    <a:pt x="1923" y="1733"/>
                  </a:cubicBezTo>
                  <a:cubicBezTo>
                    <a:pt x="2008" y="1565"/>
                    <a:pt x="1947" y="1372"/>
                    <a:pt x="1960" y="1180"/>
                  </a:cubicBezTo>
                  <a:cubicBezTo>
                    <a:pt x="1960" y="1120"/>
                    <a:pt x="1972" y="1060"/>
                    <a:pt x="1984" y="1000"/>
                  </a:cubicBezTo>
                  <a:cubicBezTo>
                    <a:pt x="2452" y="1060"/>
                    <a:pt x="2921" y="1108"/>
                    <a:pt x="3390" y="1180"/>
                  </a:cubicBezTo>
                  <a:cubicBezTo>
                    <a:pt x="3409" y="1183"/>
                    <a:pt x="3428" y="1184"/>
                    <a:pt x="3446" y="1184"/>
                  </a:cubicBezTo>
                  <a:cubicBezTo>
                    <a:pt x="3806" y="1184"/>
                    <a:pt x="3863" y="638"/>
                    <a:pt x="3462" y="627"/>
                  </a:cubicBezTo>
                  <a:cubicBezTo>
                    <a:pt x="3017" y="603"/>
                    <a:pt x="2573" y="579"/>
                    <a:pt x="2128" y="543"/>
                  </a:cubicBezTo>
                  <a:cubicBezTo>
                    <a:pt x="2140" y="483"/>
                    <a:pt x="2152" y="423"/>
                    <a:pt x="2164" y="375"/>
                  </a:cubicBezTo>
                  <a:cubicBezTo>
                    <a:pt x="2199" y="175"/>
                    <a:pt x="2051" y="0"/>
                    <a:pt x="1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7965464" y="458661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442508" y="591365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8800665" y="592393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8186162" y="811784"/>
              <a:ext cx="256414" cy="191899"/>
            </a:xfrm>
            <a:custGeom>
              <a:avLst/>
              <a:gdLst/>
              <a:ahLst/>
              <a:cxnLst/>
              <a:rect l="l" t="t" r="r" b="b"/>
              <a:pathLst>
                <a:path w="3740" h="2799" extrusionOk="0">
                  <a:moveTo>
                    <a:pt x="1666" y="1"/>
                  </a:moveTo>
                  <a:cubicBezTo>
                    <a:pt x="1534" y="1"/>
                    <a:pt x="1401" y="91"/>
                    <a:pt x="1395" y="271"/>
                  </a:cubicBezTo>
                  <a:cubicBezTo>
                    <a:pt x="1383" y="379"/>
                    <a:pt x="1383" y="488"/>
                    <a:pt x="1383" y="596"/>
                  </a:cubicBezTo>
                  <a:cubicBezTo>
                    <a:pt x="987" y="608"/>
                    <a:pt x="590" y="632"/>
                    <a:pt x="217" y="680"/>
                  </a:cubicBezTo>
                  <a:cubicBezTo>
                    <a:pt x="1" y="716"/>
                    <a:pt x="1" y="980"/>
                    <a:pt x="217" y="1016"/>
                  </a:cubicBezTo>
                  <a:cubicBezTo>
                    <a:pt x="590" y="1065"/>
                    <a:pt x="987" y="1089"/>
                    <a:pt x="1383" y="1101"/>
                  </a:cubicBezTo>
                  <a:cubicBezTo>
                    <a:pt x="1395" y="1593"/>
                    <a:pt x="1431" y="2098"/>
                    <a:pt x="1455" y="2591"/>
                  </a:cubicBezTo>
                  <a:cubicBezTo>
                    <a:pt x="1461" y="2729"/>
                    <a:pt x="1564" y="2799"/>
                    <a:pt x="1666" y="2799"/>
                  </a:cubicBezTo>
                  <a:cubicBezTo>
                    <a:pt x="1768" y="2799"/>
                    <a:pt x="1870" y="2729"/>
                    <a:pt x="1876" y="2591"/>
                  </a:cubicBezTo>
                  <a:cubicBezTo>
                    <a:pt x="1900" y="2098"/>
                    <a:pt x="1936" y="1605"/>
                    <a:pt x="1948" y="1113"/>
                  </a:cubicBezTo>
                  <a:cubicBezTo>
                    <a:pt x="2441" y="1113"/>
                    <a:pt x="2934" y="1101"/>
                    <a:pt x="3415" y="1101"/>
                  </a:cubicBezTo>
                  <a:cubicBezTo>
                    <a:pt x="3739" y="1101"/>
                    <a:pt x="3739" y="596"/>
                    <a:pt x="3415" y="596"/>
                  </a:cubicBezTo>
                  <a:cubicBezTo>
                    <a:pt x="2934" y="596"/>
                    <a:pt x="2441" y="584"/>
                    <a:pt x="1948" y="584"/>
                  </a:cubicBezTo>
                  <a:cubicBezTo>
                    <a:pt x="1948" y="476"/>
                    <a:pt x="1948" y="367"/>
                    <a:pt x="1936" y="271"/>
                  </a:cubicBezTo>
                  <a:cubicBezTo>
                    <a:pt x="1930" y="91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8800665" y="1056953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8262362" y="1124013"/>
              <a:ext cx="256414" cy="191282"/>
            </a:xfrm>
            <a:custGeom>
              <a:avLst/>
              <a:gdLst/>
              <a:ahLst/>
              <a:cxnLst/>
              <a:rect l="l" t="t" r="r" b="b"/>
              <a:pathLst>
                <a:path w="3740" h="2790" extrusionOk="0">
                  <a:moveTo>
                    <a:pt x="1666" y="1"/>
                  </a:moveTo>
                  <a:cubicBezTo>
                    <a:pt x="1534" y="1"/>
                    <a:pt x="1401" y="88"/>
                    <a:pt x="1395" y="262"/>
                  </a:cubicBezTo>
                  <a:cubicBezTo>
                    <a:pt x="1383" y="370"/>
                    <a:pt x="1383" y="478"/>
                    <a:pt x="1383" y="587"/>
                  </a:cubicBezTo>
                  <a:cubicBezTo>
                    <a:pt x="987" y="599"/>
                    <a:pt x="590" y="623"/>
                    <a:pt x="217" y="683"/>
                  </a:cubicBezTo>
                  <a:cubicBezTo>
                    <a:pt x="1" y="707"/>
                    <a:pt x="1" y="983"/>
                    <a:pt x="217" y="1007"/>
                  </a:cubicBezTo>
                  <a:cubicBezTo>
                    <a:pt x="590" y="1055"/>
                    <a:pt x="987" y="1079"/>
                    <a:pt x="1383" y="1091"/>
                  </a:cubicBezTo>
                  <a:cubicBezTo>
                    <a:pt x="1395" y="1596"/>
                    <a:pt x="1431" y="2089"/>
                    <a:pt x="1455" y="2582"/>
                  </a:cubicBezTo>
                  <a:cubicBezTo>
                    <a:pt x="1461" y="2720"/>
                    <a:pt x="1564" y="2789"/>
                    <a:pt x="1666" y="2789"/>
                  </a:cubicBezTo>
                  <a:cubicBezTo>
                    <a:pt x="1768" y="2789"/>
                    <a:pt x="1870" y="2720"/>
                    <a:pt x="1876" y="2582"/>
                  </a:cubicBezTo>
                  <a:cubicBezTo>
                    <a:pt x="1900" y="2101"/>
                    <a:pt x="1936" y="1596"/>
                    <a:pt x="1948" y="1103"/>
                  </a:cubicBezTo>
                  <a:cubicBezTo>
                    <a:pt x="2441" y="1103"/>
                    <a:pt x="2934" y="1091"/>
                    <a:pt x="3415" y="1091"/>
                  </a:cubicBezTo>
                  <a:cubicBezTo>
                    <a:pt x="3419" y="1092"/>
                    <a:pt x="3422" y="1092"/>
                    <a:pt x="3426" y="1092"/>
                  </a:cubicBezTo>
                  <a:cubicBezTo>
                    <a:pt x="3739" y="1092"/>
                    <a:pt x="3736" y="587"/>
                    <a:pt x="3415" y="587"/>
                  </a:cubicBezTo>
                  <a:lnTo>
                    <a:pt x="1948" y="587"/>
                  </a:lnTo>
                  <a:cubicBezTo>
                    <a:pt x="1948" y="478"/>
                    <a:pt x="1948" y="370"/>
                    <a:pt x="1936" y="262"/>
                  </a:cubicBezTo>
                  <a:cubicBezTo>
                    <a:pt x="1930" y="88"/>
                    <a:pt x="1798" y="1"/>
                    <a:pt x="16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 rot="-5564026">
              <a:off x="8740852" y="1665828"/>
              <a:ext cx="264644" cy="134996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8501133" y="135015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800665" y="1056953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426329" y="1812799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719750" y="2066475"/>
            <a:ext cx="3933600" cy="18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8" name="Google Shape;238;p9"/>
          <p:cNvSpPr txBox="1">
            <a:spLocks noGrp="1"/>
          </p:cNvSpPr>
          <p:nvPr>
            <p:ph type="subTitle" idx="1"/>
          </p:nvPr>
        </p:nvSpPr>
        <p:spPr>
          <a:xfrm>
            <a:off x="719750" y="3799913"/>
            <a:ext cx="2768100" cy="4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9" name="Google Shape;239;p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19750" y="1225050"/>
            <a:ext cx="2304300" cy="113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columns">
  <p:cSld name="CUSTO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>
            <a:spLocks noGrp="1"/>
          </p:cNvSpPr>
          <p:nvPr>
            <p:ph type="subTitle" idx="1"/>
          </p:nvPr>
        </p:nvSpPr>
        <p:spPr>
          <a:xfrm flipH="1">
            <a:off x="3760800" y="3127475"/>
            <a:ext cx="16224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2"/>
          </p:nvPr>
        </p:nvSpPr>
        <p:spPr>
          <a:xfrm flipH="1">
            <a:off x="6359525" y="3127475"/>
            <a:ext cx="16224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3"/>
          </p:nvPr>
        </p:nvSpPr>
        <p:spPr>
          <a:xfrm flipH="1">
            <a:off x="1194300" y="3127500"/>
            <a:ext cx="15978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hasCustomPrompt="1"/>
          </p:nvPr>
        </p:nvSpPr>
        <p:spPr>
          <a:xfrm>
            <a:off x="1251900" y="2271200"/>
            <a:ext cx="14826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4" hasCustomPrompt="1"/>
          </p:nvPr>
        </p:nvSpPr>
        <p:spPr>
          <a:xfrm>
            <a:off x="3818800" y="2271200"/>
            <a:ext cx="15063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5" hasCustomPrompt="1"/>
          </p:nvPr>
        </p:nvSpPr>
        <p:spPr>
          <a:xfrm>
            <a:off x="6419675" y="2271200"/>
            <a:ext cx="15021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60" name="Google Shape;260;p13"/>
          <p:cNvGrpSpPr/>
          <p:nvPr/>
        </p:nvGrpSpPr>
        <p:grpSpPr>
          <a:xfrm>
            <a:off x="7444110" y="564558"/>
            <a:ext cx="1765833" cy="1401494"/>
            <a:chOff x="7101094" y="572788"/>
            <a:chExt cx="2108709" cy="1401494"/>
          </a:xfrm>
        </p:grpSpPr>
        <p:sp>
          <p:nvSpPr>
            <p:cNvPr id="261" name="Google Shape;261;p13"/>
            <p:cNvSpPr/>
            <p:nvPr/>
          </p:nvSpPr>
          <p:spPr>
            <a:xfrm rot="10800000">
              <a:off x="7732422" y="1397361"/>
              <a:ext cx="1477373" cy="46475"/>
            </a:xfrm>
            <a:custGeom>
              <a:avLst/>
              <a:gdLst/>
              <a:ahLst/>
              <a:cxnLst/>
              <a:rect l="l" t="t" r="r" b="b"/>
              <a:pathLst>
                <a:path w="7826" h="502" extrusionOk="0">
                  <a:moveTo>
                    <a:pt x="780" y="1"/>
                  </a:moveTo>
                  <a:cubicBezTo>
                    <a:pt x="596" y="1"/>
                    <a:pt x="412" y="4"/>
                    <a:pt x="229" y="14"/>
                  </a:cubicBezTo>
                  <a:cubicBezTo>
                    <a:pt x="60" y="26"/>
                    <a:pt x="0" y="290"/>
                    <a:pt x="181" y="326"/>
                  </a:cubicBezTo>
                  <a:cubicBezTo>
                    <a:pt x="953" y="476"/>
                    <a:pt x="1755" y="502"/>
                    <a:pt x="2552" y="502"/>
                  </a:cubicBezTo>
                  <a:cubicBezTo>
                    <a:pt x="2971" y="502"/>
                    <a:pt x="3389" y="494"/>
                    <a:pt x="3799" y="494"/>
                  </a:cubicBezTo>
                  <a:cubicBezTo>
                    <a:pt x="5061" y="494"/>
                    <a:pt x="6335" y="482"/>
                    <a:pt x="7598" y="374"/>
                  </a:cubicBezTo>
                  <a:cubicBezTo>
                    <a:pt x="7810" y="351"/>
                    <a:pt x="7826" y="25"/>
                    <a:pt x="7609" y="25"/>
                  </a:cubicBezTo>
                  <a:cubicBezTo>
                    <a:pt x="7606" y="25"/>
                    <a:pt x="7602" y="25"/>
                    <a:pt x="7598" y="26"/>
                  </a:cubicBezTo>
                  <a:cubicBezTo>
                    <a:pt x="6478" y="80"/>
                    <a:pt x="5359" y="135"/>
                    <a:pt x="4231" y="135"/>
                  </a:cubicBezTo>
                  <a:cubicBezTo>
                    <a:pt x="4123" y="135"/>
                    <a:pt x="4015" y="135"/>
                    <a:pt x="3907" y="134"/>
                  </a:cubicBezTo>
                  <a:cubicBezTo>
                    <a:pt x="2876" y="124"/>
                    <a:pt x="1819" y="1"/>
                    <a:pt x="7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 rot="10800000">
              <a:off x="8253341" y="1194662"/>
              <a:ext cx="956462" cy="69150"/>
            </a:xfrm>
            <a:custGeom>
              <a:avLst/>
              <a:gdLst/>
              <a:ahLst/>
              <a:cxnLst/>
              <a:rect l="l" t="t" r="r" b="b"/>
              <a:pathLst>
                <a:path w="15953" h="747" extrusionOk="0">
                  <a:moveTo>
                    <a:pt x="14696" y="0"/>
                  </a:moveTo>
                  <a:cubicBezTo>
                    <a:pt x="13740" y="0"/>
                    <a:pt x="12771" y="77"/>
                    <a:pt x="11829" y="95"/>
                  </a:cubicBezTo>
                  <a:cubicBezTo>
                    <a:pt x="10507" y="119"/>
                    <a:pt x="9172" y="155"/>
                    <a:pt x="7850" y="179"/>
                  </a:cubicBezTo>
                  <a:cubicBezTo>
                    <a:pt x="6564" y="191"/>
                    <a:pt x="5278" y="215"/>
                    <a:pt x="3991" y="227"/>
                  </a:cubicBezTo>
                  <a:cubicBezTo>
                    <a:pt x="3882" y="228"/>
                    <a:pt x="3773" y="228"/>
                    <a:pt x="3664" y="228"/>
                  </a:cubicBezTo>
                  <a:cubicBezTo>
                    <a:pt x="3250" y="228"/>
                    <a:pt x="2833" y="223"/>
                    <a:pt x="2417" y="223"/>
                  </a:cubicBezTo>
                  <a:cubicBezTo>
                    <a:pt x="1671" y="223"/>
                    <a:pt x="926" y="242"/>
                    <a:pt x="193" y="347"/>
                  </a:cubicBezTo>
                  <a:cubicBezTo>
                    <a:pt x="0" y="371"/>
                    <a:pt x="85" y="624"/>
                    <a:pt x="229" y="648"/>
                  </a:cubicBezTo>
                  <a:cubicBezTo>
                    <a:pt x="807" y="724"/>
                    <a:pt x="1396" y="746"/>
                    <a:pt x="1985" y="746"/>
                  </a:cubicBezTo>
                  <a:cubicBezTo>
                    <a:pt x="2694" y="746"/>
                    <a:pt x="3404" y="714"/>
                    <a:pt x="4100" y="708"/>
                  </a:cubicBezTo>
                  <a:cubicBezTo>
                    <a:pt x="5386" y="684"/>
                    <a:pt x="6672" y="672"/>
                    <a:pt x="7970" y="648"/>
                  </a:cubicBezTo>
                  <a:cubicBezTo>
                    <a:pt x="9220" y="624"/>
                    <a:pt x="10471" y="600"/>
                    <a:pt x="11721" y="576"/>
                  </a:cubicBezTo>
                  <a:cubicBezTo>
                    <a:pt x="13031" y="540"/>
                    <a:pt x="14390" y="600"/>
                    <a:pt x="15700" y="419"/>
                  </a:cubicBezTo>
                  <a:cubicBezTo>
                    <a:pt x="15940" y="395"/>
                    <a:pt x="15952" y="59"/>
                    <a:pt x="15700" y="35"/>
                  </a:cubicBezTo>
                  <a:cubicBezTo>
                    <a:pt x="15368" y="10"/>
                    <a:pt x="15033" y="0"/>
                    <a:pt x="14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 rot="10800000">
              <a:off x="7935681" y="998712"/>
              <a:ext cx="1273870" cy="67124"/>
            </a:xfrm>
            <a:custGeom>
              <a:avLst/>
              <a:gdLst/>
              <a:ahLst/>
              <a:cxnLst/>
              <a:rect l="l" t="t" r="r" b="b"/>
              <a:pathLst>
                <a:path w="23114" h="725" extrusionOk="0">
                  <a:moveTo>
                    <a:pt x="215" y="0"/>
                  </a:moveTo>
                  <a:cubicBezTo>
                    <a:pt x="44" y="0"/>
                    <a:pt x="1" y="290"/>
                    <a:pt x="178" y="325"/>
                  </a:cubicBezTo>
                  <a:cubicBezTo>
                    <a:pt x="1419" y="578"/>
                    <a:pt x="2707" y="630"/>
                    <a:pt x="3985" y="630"/>
                  </a:cubicBezTo>
                  <a:cubicBezTo>
                    <a:pt x="4526" y="630"/>
                    <a:pt x="5066" y="621"/>
                    <a:pt x="5599" y="614"/>
                  </a:cubicBezTo>
                  <a:cubicBezTo>
                    <a:pt x="7523" y="578"/>
                    <a:pt x="9446" y="505"/>
                    <a:pt x="11381" y="493"/>
                  </a:cubicBezTo>
                  <a:cubicBezTo>
                    <a:pt x="11830" y="491"/>
                    <a:pt x="12278" y="489"/>
                    <a:pt x="12726" y="489"/>
                  </a:cubicBezTo>
                  <a:cubicBezTo>
                    <a:pt x="14177" y="489"/>
                    <a:pt x="15628" y="505"/>
                    <a:pt x="17079" y="542"/>
                  </a:cubicBezTo>
                  <a:cubicBezTo>
                    <a:pt x="18886" y="575"/>
                    <a:pt x="20704" y="724"/>
                    <a:pt x="22513" y="724"/>
                  </a:cubicBezTo>
                  <a:cubicBezTo>
                    <a:pt x="22641" y="724"/>
                    <a:pt x="22769" y="723"/>
                    <a:pt x="22897" y="722"/>
                  </a:cubicBezTo>
                  <a:cubicBezTo>
                    <a:pt x="23114" y="722"/>
                    <a:pt x="23102" y="421"/>
                    <a:pt x="22897" y="397"/>
                  </a:cubicBezTo>
                  <a:cubicBezTo>
                    <a:pt x="21010" y="181"/>
                    <a:pt x="19087" y="193"/>
                    <a:pt x="17199" y="157"/>
                  </a:cubicBezTo>
                  <a:cubicBezTo>
                    <a:pt x="15748" y="120"/>
                    <a:pt x="14291" y="104"/>
                    <a:pt x="12836" y="104"/>
                  </a:cubicBezTo>
                  <a:cubicBezTo>
                    <a:pt x="12387" y="104"/>
                    <a:pt x="11938" y="106"/>
                    <a:pt x="11489" y="109"/>
                  </a:cubicBezTo>
                  <a:cubicBezTo>
                    <a:pt x="9602" y="121"/>
                    <a:pt x="7715" y="181"/>
                    <a:pt x="5816" y="217"/>
                  </a:cubicBezTo>
                  <a:cubicBezTo>
                    <a:pt x="5510" y="225"/>
                    <a:pt x="5205" y="228"/>
                    <a:pt x="4900" y="228"/>
                  </a:cubicBezTo>
                  <a:cubicBezTo>
                    <a:pt x="3336" y="228"/>
                    <a:pt x="1785" y="131"/>
                    <a:pt x="226" y="1"/>
                  </a:cubicBezTo>
                  <a:cubicBezTo>
                    <a:pt x="222" y="0"/>
                    <a:pt x="219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 rot="10800000">
              <a:off x="7617609" y="769618"/>
              <a:ext cx="1590784" cy="64530"/>
            </a:xfrm>
            <a:custGeom>
              <a:avLst/>
              <a:gdLst/>
              <a:ahLst/>
              <a:cxnLst/>
              <a:rect l="l" t="t" r="r" b="b"/>
              <a:pathLst>
                <a:path w="28863" h="697" extrusionOk="0">
                  <a:moveTo>
                    <a:pt x="1361" y="1"/>
                  </a:moveTo>
                  <a:cubicBezTo>
                    <a:pt x="964" y="1"/>
                    <a:pt x="566" y="5"/>
                    <a:pt x="169" y="15"/>
                  </a:cubicBezTo>
                  <a:cubicBezTo>
                    <a:pt x="0" y="27"/>
                    <a:pt x="12" y="256"/>
                    <a:pt x="169" y="280"/>
                  </a:cubicBezTo>
                  <a:cubicBezTo>
                    <a:pt x="2525" y="520"/>
                    <a:pt x="4917" y="520"/>
                    <a:pt x="7285" y="568"/>
                  </a:cubicBezTo>
                  <a:cubicBezTo>
                    <a:pt x="9653" y="628"/>
                    <a:pt x="12033" y="664"/>
                    <a:pt x="14402" y="676"/>
                  </a:cubicBezTo>
                  <a:cubicBezTo>
                    <a:pt x="15789" y="690"/>
                    <a:pt x="17180" y="696"/>
                    <a:pt x="18571" y="696"/>
                  </a:cubicBezTo>
                  <a:cubicBezTo>
                    <a:pt x="19554" y="696"/>
                    <a:pt x="20537" y="693"/>
                    <a:pt x="21518" y="688"/>
                  </a:cubicBezTo>
                  <a:cubicBezTo>
                    <a:pt x="21786" y="686"/>
                    <a:pt x="22056" y="685"/>
                    <a:pt x="22325" y="685"/>
                  </a:cubicBezTo>
                  <a:cubicBezTo>
                    <a:pt x="23122" y="685"/>
                    <a:pt x="23923" y="693"/>
                    <a:pt x="24725" y="693"/>
                  </a:cubicBezTo>
                  <a:cubicBezTo>
                    <a:pt x="26035" y="693"/>
                    <a:pt x="27346" y="670"/>
                    <a:pt x="28634" y="544"/>
                  </a:cubicBezTo>
                  <a:cubicBezTo>
                    <a:pt x="28863" y="520"/>
                    <a:pt x="28863" y="195"/>
                    <a:pt x="28634" y="183"/>
                  </a:cubicBezTo>
                  <a:cubicBezTo>
                    <a:pt x="28050" y="154"/>
                    <a:pt x="27464" y="142"/>
                    <a:pt x="26876" y="142"/>
                  </a:cubicBezTo>
                  <a:cubicBezTo>
                    <a:pt x="25093" y="142"/>
                    <a:pt x="23299" y="247"/>
                    <a:pt x="21518" y="256"/>
                  </a:cubicBezTo>
                  <a:cubicBezTo>
                    <a:pt x="20334" y="268"/>
                    <a:pt x="19147" y="274"/>
                    <a:pt x="17960" y="274"/>
                  </a:cubicBezTo>
                  <a:cubicBezTo>
                    <a:pt x="16773" y="274"/>
                    <a:pt x="15586" y="268"/>
                    <a:pt x="14402" y="256"/>
                  </a:cubicBezTo>
                  <a:cubicBezTo>
                    <a:pt x="12033" y="244"/>
                    <a:pt x="9653" y="207"/>
                    <a:pt x="7285" y="147"/>
                  </a:cubicBezTo>
                  <a:cubicBezTo>
                    <a:pt x="5314" y="107"/>
                    <a:pt x="3335" y="1"/>
                    <a:pt x="1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 rot="10800000">
              <a:off x="7313485" y="572788"/>
              <a:ext cx="1895570" cy="106748"/>
            </a:xfrm>
            <a:custGeom>
              <a:avLst/>
              <a:gdLst/>
              <a:ahLst/>
              <a:cxnLst/>
              <a:rect l="l" t="t" r="r" b="b"/>
              <a:pathLst>
                <a:path w="34393" h="1153" extrusionOk="0">
                  <a:moveTo>
                    <a:pt x="3647" y="1"/>
                  </a:moveTo>
                  <a:cubicBezTo>
                    <a:pt x="2499" y="1"/>
                    <a:pt x="1350" y="15"/>
                    <a:pt x="205" y="64"/>
                  </a:cubicBezTo>
                  <a:cubicBezTo>
                    <a:pt x="12" y="76"/>
                    <a:pt x="0" y="377"/>
                    <a:pt x="205" y="377"/>
                  </a:cubicBezTo>
                  <a:cubicBezTo>
                    <a:pt x="4604" y="521"/>
                    <a:pt x="9016" y="425"/>
                    <a:pt x="13404" y="497"/>
                  </a:cubicBezTo>
                  <a:cubicBezTo>
                    <a:pt x="17804" y="557"/>
                    <a:pt x="22203" y="665"/>
                    <a:pt x="26603" y="834"/>
                  </a:cubicBezTo>
                  <a:cubicBezTo>
                    <a:pt x="27865" y="882"/>
                    <a:pt x="29127" y="942"/>
                    <a:pt x="30389" y="1002"/>
                  </a:cubicBezTo>
                  <a:cubicBezTo>
                    <a:pt x="31482" y="1054"/>
                    <a:pt x="32592" y="1153"/>
                    <a:pt x="33697" y="1153"/>
                  </a:cubicBezTo>
                  <a:cubicBezTo>
                    <a:pt x="33857" y="1153"/>
                    <a:pt x="34016" y="1151"/>
                    <a:pt x="34176" y="1146"/>
                  </a:cubicBezTo>
                  <a:cubicBezTo>
                    <a:pt x="34392" y="1146"/>
                    <a:pt x="34380" y="846"/>
                    <a:pt x="34176" y="821"/>
                  </a:cubicBezTo>
                  <a:cubicBezTo>
                    <a:pt x="31976" y="557"/>
                    <a:pt x="29728" y="581"/>
                    <a:pt x="27516" y="497"/>
                  </a:cubicBezTo>
                  <a:cubicBezTo>
                    <a:pt x="25341" y="413"/>
                    <a:pt x="23165" y="353"/>
                    <a:pt x="20977" y="293"/>
                  </a:cubicBezTo>
                  <a:cubicBezTo>
                    <a:pt x="16589" y="160"/>
                    <a:pt x="12190" y="64"/>
                    <a:pt x="7790" y="28"/>
                  </a:cubicBezTo>
                  <a:cubicBezTo>
                    <a:pt x="6411" y="22"/>
                    <a:pt x="5029" y="1"/>
                    <a:pt x="3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grpSp>
          <p:nvGrpSpPr>
            <p:cNvPr id="266" name="Google Shape;266;p13"/>
            <p:cNvGrpSpPr/>
            <p:nvPr/>
          </p:nvGrpSpPr>
          <p:grpSpPr>
            <a:xfrm rot="10800000">
              <a:off x="7101094" y="1577376"/>
              <a:ext cx="2108629" cy="396905"/>
              <a:chOff x="7592562" y="1151009"/>
              <a:chExt cx="2262964" cy="280142"/>
            </a:xfrm>
          </p:grpSpPr>
          <p:sp>
            <p:nvSpPr>
              <p:cNvPr id="267" name="Google Shape;267;p13"/>
              <p:cNvSpPr/>
              <p:nvPr/>
            </p:nvSpPr>
            <p:spPr>
              <a:xfrm>
                <a:off x="7592562" y="1151009"/>
                <a:ext cx="1520439" cy="47377"/>
              </a:xfrm>
              <a:custGeom>
                <a:avLst/>
                <a:gdLst/>
                <a:ahLst/>
                <a:cxnLst/>
                <a:rect l="l" t="t" r="r" b="b"/>
                <a:pathLst>
                  <a:path w="23114" h="725" extrusionOk="0">
                    <a:moveTo>
                      <a:pt x="215" y="0"/>
                    </a:moveTo>
                    <a:cubicBezTo>
                      <a:pt x="44" y="0"/>
                      <a:pt x="1" y="290"/>
                      <a:pt x="178" y="325"/>
                    </a:cubicBezTo>
                    <a:cubicBezTo>
                      <a:pt x="1419" y="578"/>
                      <a:pt x="2707" y="630"/>
                      <a:pt x="3985" y="630"/>
                    </a:cubicBezTo>
                    <a:cubicBezTo>
                      <a:pt x="4526" y="630"/>
                      <a:pt x="5066" y="621"/>
                      <a:pt x="5599" y="614"/>
                    </a:cubicBezTo>
                    <a:cubicBezTo>
                      <a:pt x="7523" y="578"/>
                      <a:pt x="9446" y="505"/>
                      <a:pt x="11381" y="493"/>
                    </a:cubicBezTo>
                    <a:cubicBezTo>
                      <a:pt x="11830" y="491"/>
                      <a:pt x="12278" y="489"/>
                      <a:pt x="12726" y="489"/>
                    </a:cubicBezTo>
                    <a:cubicBezTo>
                      <a:pt x="14177" y="489"/>
                      <a:pt x="15628" y="505"/>
                      <a:pt x="17079" y="542"/>
                    </a:cubicBezTo>
                    <a:cubicBezTo>
                      <a:pt x="18886" y="575"/>
                      <a:pt x="20704" y="724"/>
                      <a:pt x="22513" y="724"/>
                    </a:cubicBezTo>
                    <a:cubicBezTo>
                      <a:pt x="22641" y="724"/>
                      <a:pt x="22769" y="723"/>
                      <a:pt x="22897" y="722"/>
                    </a:cubicBezTo>
                    <a:cubicBezTo>
                      <a:pt x="23114" y="722"/>
                      <a:pt x="23102" y="421"/>
                      <a:pt x="22897" y="397"/>
                    </a:cubicBezTo>
                    <a:cubicBezTo>
                      <a:pt x="21010" y="181"/>
                      <a:pt x="19087" y="193"/>
                      <a:pt x="17199" y="157"/>
                    </a:cubicBezTo>
                    <a:cubicBezTo>
                      <a:pt x="15748" y="120"/>
                      <a:pt x="14291" y="104"/>
                      <a:pt x="12836" y="104"/>
                    </a:cubicBezTo>
                    <a:cubicBezTo>
                      <a:pt x="12387" y="104"/>
                      <a:pt x="11938" y="106"/>
                      <a:pt x="11489" y="109"/>
                    </a:cubicBezTo>
                    <a:cubicBezTo>
                      <a:pt x="9602" y="121"/>
                      <a:pt x="7715" y="181"/>
                      <a:pt x="5816" y="217"/>
                    </a:cubicBezTo>
                    <a:cubicBezTo>
                      <a:pt x="5510" y="225"/>
                      <a:pt x="5205" y="228"/>
                      <a:pt x="4900" y="228"/>
                    </a:cubicBezTo>
                    <a:cubicBezTo>
                      <a:pt x="3336" y="228"/>
                      <a:pt x="1785" y="131"/>
                      <a:pt x="226" y="1"/>
                    </a:cubicBezTo>
                    <a:cubicBezTo>
                      <a:pt x="222" y="0"/>
                      <a:pt x="219" y="0"/>
                      <a:pt x="2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7593943" y="1246676"/>
                <a:ext cx="1898608" cy="45547"/>
              </a:xfrm>
              <a:custGeom>
                <a:avLst/>
                <a:gdLst/>
                <a:ahLst/>
                <a:cxnLst/>
                <a:rect l="l" t="t" r="r" b="b"/>
                <a:pathLst>
                  <a:path w="28863" h="697" extrusionOk="0">
                    <a:moveTo>
                      <a:pt x="1361" y="1"/>
                    </a:moveTo>
                    <a:cubicBezTo>
                      <a:pt x="964" y="1"/>
                      <a:pt x="566" y="5"/>
                      <a:pt x="169" y="15"/>
                    </a:cubicBezTo>
                    <a:cubicBezTo>
                      <a:pt x="0" y="27"/>
                      <a:pt x="12" y="256"/>
                      <a:pt x="169" y="280"/>
                    </a:cubicBezTo>
                    <a:cubicBezTo>
                      <a:pt x="2525" y="520"/>
                      <a:pt x="4917" y="520"/>
                      <a:pt x="7285" y="568"/>
                    </a:cubicBezTo>
                    <a:cubicBezTo>
                      <a:pt x="9653" y="628"/>
                      <a:pt x="12033" y="664"/>
                      <a:pt x="14402" y="676"/>
                    </a:cubicBezTo>
                    <a:cubicBezTo>
                      <a:pt x="15789" y="690"/>
                      <a:pt x="17180" y="696"/>
                      <a:pt x="18571" y="696"/>
                    </a:cubicBezTo>
                    <a:cubicBezTo>
                      <a:pt x="19554" y="696"/>
                      <a:pt x="20537" y="693"/>
                      <a:pt x="21518" y="688"/>
                    </a:cubicBezTo>
                    <a:cubicBezTo>
                      <a:pt x="21786" y="686"/>
                      <a:pt x="22056" y="685"/>
                      <a:pt x="22325" y="685"/>
                    </a:cubicBezTo>
                    <a:cubicBezTo>
                      <a:pt x="23122" y="685"/>
                      <a:pt x="23923" y="693"/>
                      <a:pt x="24725" y="693"/>
                    </a:cubicBezTo>
                    <a:cubicBezTo>
                      <a:pt x="26035" y="693"/>
                      <a:pt x="27346" y="670"/>
                      <a:pt x="28634" y="544"/>
                    </a:cubicBezTo>
                    <a:cubicBezTo>
                      <a:pt x="28863" y="520"/>
                      <a:pt x="28863" y="195"/>
                      <a:pt x="28634" y="183"/>
                    </a:cubicBezTo>
                    <a:cubicBezTo>
                      <a:pt x="28050" y="154"/>
                      <a:pt x="27464" y="142"/>
                      <a:pt x="26876" y="142"/>
                    </a:cubicBezTo>
                    <a:cubicBezTo>
                      <a:pt x="25093" y="142"/>
                      <a:pt x="23299" y="247"/>
                      <a:pt x="21518" y="256"/>
                    </a:cubicBezTo>
                    <a:cubicBezTo>
                      <a:pt x="20334" y="268"/>
                      <a:pt x="19147" y="274"/>
                      <a:pt x="17960" y="274"/>
                    </a:cubicBezTo>
                    <a:cubicBezTo>
                      <a:pt x="16773" y="274"/>
                      <a:pt x="15586" y="268"/>
                      <a:pt x="14402" y="256"/>
                    </a:cubicBezTo>
                    <a:cubicBezTo>
                      <a:pt x="12033" y="244"/>
                      <a:pt x="9653" y="207"/>
                      <a:pt x="7285" y="147"/>
                    </a:cubicBezTo>
                    <a:cubicBezTo>
                      <a:pt x="5314" y="107"/>
                      <a:pt x="3335" y="1"/>
                      <a:pt x="13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7593154" y="1355805"/>
                <a:ext cx="2262372" cy="75346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153" extrusionOk="0">
                    <a:moveTo>
                      <a:pt x="3647" y="1"/>
                    </a:moveTo>
                    <a:cubicBezTo>
                      <a:pt x="2499" y="1"/>
                      <a:pt x="1350" y="15"/>
                      <a:pt x="205" y="64"/>
                    </a:cubicBezTo>
                    <a:cubicBezTo>
                      <a:pt x="12" y="76"/>
                      <a:pt x="0" y="377"/>
                      <a:pt x="205" y="377"/>
                    </a:cubicBezTo>
                    <a:cubicBezTo>
                      <a:pt x="4604" y="521"/>
                      <a:pt x="9016" y="425"/>
                      <a:pt x="13404" y="497"/>
                    </a:cubicBezTo>
                    <a:cubicBezTo>
                      <a:pt x="17804" y="557"/>
                      <a:pt x="22203" y="665"/>
                      <a:pt x="26603" y="834"/>
                    </a:cubicBezTo>
                    <a:cubicBezTo>
                      <a:pt x="27865" y="882"/>
                      <a:pt x="29127" y="942"/>
                      <a:pt x="30389" y="1002"/>
                    </a:cubicBezTo>
                    <a:cubicBezTo>
                      <a:pt x="31482" y="1054"/>
                      <a:pt x="32592" y="1153"/>
                      <a:pt x="33697" y="1153"/>
                    </a:cubicBezTo>
                    <a:cubicBezTo>
                      <a:pt x="33857" y="1153"/>
                      <a:pt x="34016" y="1151"/>
                      <a:pt x="34176" y="1146"/>
                    </a:cubicBezTo>
                    <a:cubicBezTo>
                      <a:pt x="34392" y="1146"/>
                      <a:pt x="34380" y="846"/>
                      <a:pt x="34176" y="821"/>
                    </a:cubicBezTo>
                    <a:cubicBezTo>
                      <a:pt x="31976" y="557"/>
                      <a:pt x="29728" y="581"/>
                      <a:pt x="27516" y="497"/>
                    </a:cubicBezTo>
                    <a:cubicBezTo>
                      <a:pt x="25341" y="413"/>
                      <a:pt x="23165" y="353"/>
                      <a:pt x="20977" y="293"/>
                    </a:cubicBezTo>
                    <a:cubicBezTo>
                      <a:pt x="16589" y="160"/>
                      <a:pt x="12190" y="64"/>
                      <a:pt x="7790" y="28"/>
                    </a:cubicBezTo>
                    <a:cubicBezTo>
                      <a:pt x="6411" y="22"/>
                      <a:pt x="5029" y="1"/>
                      <a:pt x="3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270" name="Google Shape;270;p13"/>
          <p:cNvSpPr txBox="1">
            <a:spLocks noGrp="1"/>
          </p:cNvSpPr>
          <p:nvPr>
            <p:ph type="title" idx="6"/>
          </p:nvPr>
        </p:nvSpPr>
        <p:spPr>
          <a:xfrm>
            <a:off x="607863" y="431217"/>
            <a:ext cx="7795800" cy="7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 txBox="1">
            <a:spLocks noGrp="1"/>
          </p:cNvSpPr>
          <p:nvPr>
            <p:ph type="title"/>
          </p:nvPr>
        </p:nvSpPr>
        <p:spPr>
          <a:xfrm>
            <a:off x="615900" y="445025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1"/>
          </p:nvPr>
        </p:nvSpPr>
        <p:spPr>
          <a:xfrm>
            <a:off x="2094221" y="3970450"/>
            <a:ext cx="23637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2"/>
          </p:nvPr>
        </p:nvSpPr>
        <p:spPr>
          <a:xfrm>
            <a:off x="4678796" y="3970450"/>
            <a:ext cx="23637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5" name="Google Shape;275;p14"/>
          <p:cNvSpPr txBox="1">
            <a:spLocks noGrp="1"/>
          </p:cNvSpPr>
          <p:nvPr>
            <p:ph type="title" idx="3" hasCustomPrompt="1"/>
          </p:nvPr>
        </p:nvSpPr>
        <p:spPr>
          <a:xfrm>
            <a:off x="2500925" y="1515826"/>
            <a:ext cx="1549800" cy="67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6" name="Google Shape;276;p14"/>
          <p:cNvSpPr txBox="1">
            <a:spLocks noGrp="1"/>
          </p:cNvSpPr>
          <p:nvPr>
            <p:ph type="title" idx="4" hasCustomPrompt="1"/>
          </p:nvPr>
        </p:nvSpPr>
        <p:spPr>
          <a:xfrm>
            <a:off x="5089518" y="1548415"/>
            <a:ext cx="1549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" name="Google Shape;277;p14"/>
          <p:cNvSpPr txBox="1">
            <a:spLocks noGrp="1"/>
          </p:cNvSpPr>
          <p:nvPr>
            <p:ph type="title" idx="5" hasCustomPrompt="1"/>
          </p:nvPr>
        </p:nvSpPr>
        <p:spPr>
          <a:xfrm>
            <a:off x="2501169" y="3247044"/>
            <a:ext cx="1549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8" name="Google Shape;278;p14"/>
          <p:cNvSpPr txBox="1">
            <a:spLocks noGrp="1"/>
          </p:cNvSpPr>
          <p:nvPr>
            <p:ph type="title" idx="6" hasCustomPrompt="1"/>
          </p:nvPr>
        </p:nvSpPr>
        <p:spPr>
          <a:xfrm>
            <a:off x="5089762" y="3247044"/>
            <a:ext cx="1549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9" name="Google Shape;279;p14"/>
          <p:cNvSpPr txBox="1">
            <a:spLocks noGrp="1"/>
          </p:cNvSpPr>
          <p:nvPr>
            <p:ph type="subTitle" idx="7"/>
          </p:nvPr>
        </p:nvSpPr>
        <p:spPr>
          <a:xfrm>
            <a:off x="1974950" y="1994907"/>
            <a:ext cx="26022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subTitle" idx="8"/>
          </p:nvPr>
        </p:nvSpPr>
        <p:spPr>
          <a:xfrm>
            <a:off x="4590650" y="1994907"/>
            <a:ext cx="2540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subTitle" idx="9"/>
          </p:nvPr>
        </p:nvSpPr>
        <p:spPr>
          <a:xfrm>
            <a:off x="4567075" y="3697600"/>
            <a:ext cx="26022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14"/>
          <p:cNvSpPr txBox="1">
            <a:spLocks noGrp="1"/>
          </p:cNvSpPr>
          <p:nvPr>
            <p:ph type="subTitle" idx="13"/>
          </p:nvPr>
        </p:nvSpPr>
        <p:spPr>
          <a:xfrm>
            <a:off x="2093196" y="2266029"/>
            <a:ext cx="23637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14"/>
          <p:cNvSpPr txBox="1">
            <a:spLocks noGrp="1"/>
          </p:cNvSpPr>
          <p:nvPr>
            <p:ph type="subTitle" idx="14"/>
          </p:nvPr>
        </p:nvSpPr>
        <p:spPr>
          <a:xfrm>
            <a:off x="4682796" y="2263629"/>
            <a:ext cx="23637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subTitle" idx="15"/>
          </p:nvPr>
        </p:nvSpPr>
        <p:spPr>
          <a:xfrm>
            <a:off x="1973950" y="3697600"/>
            <a:ext cx="26022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85" name="Google Shape;285;p14"/>
          <p:cNvGrpSpPr/>
          <p:nvPr/>
        </p:nvGrpSpPr>
        <p:grpSpPr>
          <a:xfrm>
            <a:off x="7132667" y="105825"/>
            <a:ext cx="1888761" cy="1762891"/>
            <a:chOff x="7280351" y="0"/>
            <a:chExt cx="1888761" cy="1762891"/>
          </a:xfrm>
        </p:grpSpPr>
        <p:sp>
          <p:nvSpPr>
            <p:cNvPr id="286" name="Google Shape;286;p14"/>
            <p:cNvSpPr/>
            <p:nvPr/>
          </p:nvSpPr>
          <p:spPr>
            <a:xfrm>
              <a:off x="7712693" y="55876"/>
              <a:ext cx="264710" cy="134652"/>
            </a:xfrm>
            <a:custGeom>
              <a:avLst/>
              <a:gdLst/>
              <a:ahLst/>
              <a:cxnLst/>
              <a:rect l="l" t="t" r="r" b="b"/>
              <a:pathLst>
                <a:path w="3861" h="1964" extrusionOk="0">
                  <a:moveTo>
                    <a:pt x="1883" y="0"/>
                  </a:moveTo>
                  <a:cubicBezTo>
                    <a:pt x="1816" y="0"/>
                    <a:pt x="1745" y="27"/>
                    <a:pt x="1680" y="88"/>
                  </a:cubicBezTo>
                  <a:cubicBezTo>
                    <a:pt x="1560" y="184"/>
                    <a:pt x="1488" y="329"/>
                    <a:pt x="1440" y="485"/>
                  </a:cubicBezTo>
                  <a:cubicBezTo>
                    <a:pt x="1043" y="449"/>
                    <a:pt x="658" y="425"/>
                    <a:pt x="262" y="413"/>
                  </a:cubicBezTo>
                  <a:cubicBezTo>
                    <a:pt x="258" y="413"/>
                    <a:pt x="255" y="413"/>
                    <a:pt x="251" y="413"/>
                  </a:cubicBezTo>
                  <a:cubicBezTo>
                    <a:pt x="55" y="413"/>
                    <a:pt x="1" y="750"/>
                    <a:pt x="213" y="786"/>
                  </a:cubicBezTo>
                  <a:cubicBezTo>
                    <a:pt x="598" y="846"/>
                    <a:pt x="971" y="882"/>
                    <a:pt x="1355" y="930"/>
                  </a:cubicBezTo>
                  <a:cubicBezTo>
                    <a:pt x="1355" y="978"/>
                    <a:pt x="1343" y="1026"/>
                    <a:pt x="1343" y="1074"/>
                  </a:cubicBezTo>
                  <a:cubicBezTo>
                    <a:pt x="1343" y="1326"/>
                    <a:pt x="1367" y="1687"/>
                    <a:pt x="1584" y="1831"/>
                  </a:cubicBezTo>
                  <a:lnTo>
                    <a:pt x="1584" y="1843"/>
                  </a:lnTo>
                  <a:cubicBezTo>
                    <a:pt x="1623" y="1926"/>
                    <a:pt x="1697" y="1964"/>
                    <a:pt x="1768" y="1964"/>
                  </a:cubicBezTo>
                  <a:cubicBezTo>
                    <a:pt x="1872" y="1964"/>
                    <a:pt x="1968" y="1883"/>
                    <a:pt x="1932" y="1747"/>
                  </a:cubicBezTo>
                  <a:cubicBezTo>
                    <a:pt x="1932" y="1747"/>
                    <a:pt x="1932" y="1735"/>
                    <a:pt x="1920" y="1735"/>
                  </a:cubicBezTo>
                  <a:cubicBezTo>
                    <a:pt x="2005" y="1567"/>
                    <a:pt x="1944" y="1375"/>
                    <a:pt x="1957" y="1170"/>
                  </a:cubicBezTo>
                  <a:cubicBezTo>
                    <a:pt x="1957" y="1110"/>
                    <a:pt x="1969" y="1062"/>
                    <a:pt x="1981" y="1002"/>
                  </a:cubicBezTo>
                  <a:cubicBezTo>
                    <a:pt x="2449" y="1050"/>
                    <a:pt x="2918" y="1098"/>
                    <a:pt x="3387" y="1182"/>
                  </a:cubicBezTo>
                  <a:cubicBezTo>
                    <a:pt x="3406" y="1185"/>
                    <a:pt x="3424" y="1186"/>
                    <a:pt x="3442" y="1186"/>
                  </a:cubicBezTo>
                  <a:cubicBezTo>
                    <a:pt x="3802" y="1186"/>
                    <a:pt x="3860" y="629"/>
                    <a:pt x="3459" y="617"/>
                  </a:cubicBezTo>
                  <a:cubicBezTo>
                    <a:pt x="3014" y="605"/>
                    <a:pt x="2570" y="569"/>
                    <a:pt x="2125" y="533"/>
                  </a:cubicBezTo>
                  <a:cubicBezTo>
                    <a:pt x="2137" y="485"/>
                    <a:pt x="2149" y="425"/>
                    <a:pt x="2161" y="365"/>
                  </a:cubicBezTo>
                  <a:cubicBezTo>
                    <a:pt x="2195" y="167"/>
                    <a:pt x="2051" y="0"/>
                    <a:pt x="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170674" y="0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61" y="0"/>
                  </a:moveTo>
                  <a:cubicBezTo>
                    <a:pt x="1570" y="0"/>
                    <a:pt x="1478" y="41"/>
                    <a:pt x="1419" y="134"/>
                  </a:cubicBezTo>
                  <a:cubicBezTo>
                    <a:pt x="1251" y="374"/>
                    <a:pt x="1155" y="651"/>
                    <a:pt x="1095" y="951"/>
                  </a:cubicBezTo>
                  <a:cubicBezTo>
                    <a:pt x="818" y="951"/>
                    <a:pt x="542" y="963"/>
                    <a:pt x="265" y="975"/>
                  </a:cubicBezTo>
                  <a:cubicBezTo>
                    <a:pt x="1" y="987"/>
                    <a:pt x="1" y="1360"/>
                    <a:pt x="265" y="1372"/>
                  </a:cubicBezTo>
                  <a:cubicBezTo>
                    <a:pt x="530" y="1384"/>
                    <a:pt x="794" y="1396"/>
                    <a:pt x="1071" y="1396"/>
                  </a:cubicBezTo>
                  <a:cubicBezTo>
                    <a:pt x="1059" y="1745"/>
                    <a:pt x="1107" y="2093"/>
                    <a:pt x="1191" y="2406"/>
                  </a:cubicBezTo>
                  <a:cubicBezTo>
                    <a:pt x="1224" y="2545"/>
                    <a:pt x="1328" y="2605"/>
                    <a:pt x="1437" y="2605"/>
                  </a:cubicBezTo>
                  <a:cubicBezTo>
                    <a:pt x="1601" y="2605"/>
                    <a:pt x="1775" y="2467"/>
                    <a:pt x="1732" y="2250"/>
                  </a:cubicBezTo>
                  <a:cubicBezTo>
                    <a:pt x="1672" y="1949"/>
                    <a:pt x="1672" y="1685"/>
                    <a:pt x="1696" y="1408"/>
                  </a:cubicBezTo>
                  <a:lnTo>
                    <a:pt x="1696" y="1408"/>
                  </a:lnTo>
                  <a:cubicBezTo>
                    <a:pt x="2092" y="1420"/>
                    <a:pt x="2489" y="1420"/>
                    <a:pt x="2886" y="1432"/>
                  </a:cubicBezTo>
                  <a:cubicBezTo>
                    <a:pt x="2889" y="1432"/>
                    <a:pt x="2893" y="1432"/>
                    <a:pt x="2897" y="1432"/>
                  </a:cubicBezTo>
                  <a:cubicBezTo>
                    <a:pt x="3215" y="1432"/>
                    <a:pt x="3219" y="915"/>
                    <a:pt x="2907" y="915"/>
                  </a:cubicBezTo>
                  <a:cubicBezTo>
                    <a:pt x="2900" y="915"/>
                    <a:pt x="2893" y="915"/>
                    <a:pt x="2886" y="915"/>
                  </a:cubicBezTo>
                  <a:cubicBezTo>
                    <a:pt x="2513" y="927"/>
                    <a:pt x="2153" y="927"/>
                    <a:pt x="1780" y="939"/>
                  </a:cubicBezTo>
                  <a:cubicBezTo>
                    <a:pt x="1828" y="747"/>
                    <a:pt x="1876" y="555"/>
                    <a:pt x="1936" y="350"/>
                  </a:cubicBezTo>
                  <a:cubicBezTo>
                    <a:pt x="1991" y="140"/>
                    <a:pt x="1828" y="0"/>
                    <a:pt x="1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8590192" y="21322"/>
              <a:ext cx="206708" cy="175376"/>
            </a:xfrm>
            <a:custGeom>
              <a:avLst/>
              <a:gdLst/>
              <a:ahLst/>
              <a:cxnLst/>
              <a:rect l="l" t="t" r="r" b="b"/>
              <a:pathLst>
                <a:path w="3015" h="2558" extrusionOk="0">
                  <a:moveTo>
                    <a:pt x="1413" y="0"/>
                  </a:moveTo>
                  <a:cubicBezTo>
                    <a:pt x="1278" y="0"/>
                    <a:pt x="1142" y="93"/>
                    <a:pt x="1118" y="280"/>
                  </a:cubicBezTo>
                  <a:cubicBezTo>
                    <a:pt x="1094" y="496"/>
                    <a:pt x="1094" y="712"/>
                    <a:pt x="1094" y="929"/>
                  </a:cubicBezTo>
                  <a:cubicBezTo>
                    <a:pt x="806" y="929"/>
                    <a:pt x="529" y="941"/>
                    <a:pt x="253" y="953"/>
                  </a:cubicBezTo>
                  <a:cubicBezTo>
                    <a:pt x="0" y="965"/>
                    <a:pt x="0" y="1338"/>
                    <a:pt x="253" y="1350"/>
                  </a:cubicBezTo>
                  <a:cubicBezTo>
                    <a:pt x="541" y="1374"/>
                    <a:pt x="818" y="1374"/>
                    <a:pt x="1106" y="1386"/>
                  </a:cubicBezTo>
                  <a:cubicBezTo>
                    <a:pt x="1118" y="1698"/>
                    <a:pt x="1154" y="2011"/>
                    <a:pt x="1166" y="2323"/>
                  </a:cubicBezTo>
                  <a:cubicBezTo>
                    <a:pt x="1179" y="2480"/>
                    <a:pt x="1296" y="2558"/>
                    <a:pt x="1413" y="2558"/>
                  </a:cubicBezTo>
                  <a:cubicBezTo>
                    <a:pt x="1530" y="2558"/>
                    <a:pt x="1647" y="2480"/>
                    <a:pt x="1659" y="2323"/>
                  </a:cubicBezTo>
                  <a:cubicBezTo>
                    <a:pt x="1683" y="2023"/>
                    <a:pt x="1707" y="1710"/>
                    <a:pt x="1731" y="1398"/>
                  </a:cubicBezTo>
                  <a:cubicBezTo>
                    <a:pt x="2044" y="1410"/>
                    <a:pt x="2369" y="1410"/>
                    <a:pt x="2693" y="1410"/>
                  </a:cubicBezTo>
                  <a:cubicBezTo>
                    <a:pt x="2697" y="1410"/>
                    <a:pt x="2700" y="1410"/>
                    <a:pt x="2704" y="1410"/>
                  </a:cubicBezTo>
                  <a:cubicBezTo>
                    <a:pt x="3014" y="1410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700"/>
                    <a:pt x="1731" y="484"/>
                    <a:pt x="1707" y="280"/>
                  </a:cubicBezTo>
                  <a:cubicBezTo>
                    <a:pt x="1683" y="93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8948349" y="22282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2" y="1"/>
                  </a:moveTo>
                  <a:cubicBezTo>
                    <a:pt x="1668" y="1"/>
                    <a:pt x="1558" y="63"/>
                    <a:pt x="1520" y="206"/>
                  </a:cubicBezTo>
                  <a:cubicBezTo>
                    <a:pt x="1436" y="482"/>
                    <a:pt x="1376" y="759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2"/>
                    <a:pt x="250" y="902"/>
                  </a:cubicBezTo>
                  <a:cubicBezTo>
                    <a:pt x="50" y="902"/>
                    <a:pt x="1" y="1253"/>
                    <a:pt x="222" y="1288"/>
                  </a:cubicBezTo>
                  <a:cubicBezTo>
                    <a:pt x="559" y="1348"/>
                    <a:pt x="895" y="1396"/>
                    <a:pt x="1232" y="1456"/>
                  </a:cubicBezTo>
                  <a:cubicBezTo>
                    <a:pt x="1148" y="1816"/>
                    <a:pt x="1075" y="2189"/>
                    <a:pt x="1003" y="2550"/>
                  </a:cubicBezTo>
                  <a:cubicBezTo>
                    <a:pt x="967" y="2725"/>
                    <a:pt x="1109" y="2843"/>
                    <a:pt x="1244" y="2843"/>
                  </a:cubicBezTo>
                  <a:cubicBezTo>
                    <a:pt x="1331" y="2843"/>
                    <a:pt x="1415" y="2795"/>
                    <a:pt x="1448" y="2682"/>
                  </a:cubicBezTo>
                  <a:cubicBezTo>
                    <a:pt x="1556" y="2297"/>
                    <a:pt x="1677" y="1925"/>
                    <a:pt x="1785" y="1540"/>
                  </a:cubicBezTo>
                  <a:cubicBezTo>
                    <a:pt x="2121" y="1588"/>
                    <a:pt x="2470" y="1648"/>
                    <a:pt x="2806" y="1708"/>
                  </a:cubicBezTo>
                  <a:cubicBezTo>
                    <a:pt x="2826" y="1712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5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8712160" y="264023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6"/>
                    <a:pt x="1143" y="226"/>
                  </a:cubicBezTo>
                  <a:cubicBezTo>
                    <a:pt x="1119" y="454"/>
                    <a:pt x="1106" y="683"/>
                    <a:pt x="1119" y="911"/>
                  </a:cubicBezTo>
                  <a:cubicBezTo>
                    <a:pt x="818" y="911"/>
                    <a:pt x="517" y="923"/>
                    <a:pt x="217" y="935"/>
                  </a:cubicBezTo>
                  <a:cubicBezTo>
                    <a:pt x="1" y="935"/>
                    <a:pt x="1" y="1272"/>
                    <a:pt x="217" y="1272"/>
                  </a:cubicBezTo>
                  <a:cubicBezTo>
                    <a:pt x="517" y="1284"/>
                    <a:pt x="830" y="1296"/>
                    <a:pt x="1131" y="1296"/>
                  </a:cubicBezTo>
                  <a:cubicBezTo>
                    <a:pt x="1143" y="1620"/>
                    <a:pt x="1167" y="1957"/>
                    <a:pt x="1179" y="2269"/>
                  </a:cubicBezTo>
                  <a:cubicBezTo>
                    <a:pt x="1185" y="2402"/>
                    <a:pt x="1287" y="2468"/>
                    <a:pt x="1387" y="2468"/>
                  </a:cubicBezTo>
                  <a:cubicBezTo>
                    <a:pt x="1488" y="2468"/>
                    <a:pt x="1587" y="2402"/>
                    <a:pt x="1587" y="2269"/>
                  </a:cubicBezTo>
                  <a:cubicBezTo>
                    <a:pt x="1599" y="1957"/>
                    <a:pt x="1623" y="1632"/>
                    <a:pt x="1647" y="1308"/>
                  </a:cubicBezTo>
                  <a:cubicBezTo>
                    <a:pt x="2140" y="1320"/>
                    <a:pt x="2633" y="1332"/>
                    <a:pt x="3126" y="1344"/>
                  </a:cubicBezTo>
                  <a:cubicBezTo>
                    <a:pt x="3427" y="1344"/>
                    <a:pt x="3427" y="863"/>
                    <a:pt x="3126" y="863"/>
                  </a:cubicBezTo>
                  <a:cubicBezTo>
                    <a:pt x="2633" y="875"/>
                    <a:pt x="2152" y="887"/>
                    <a:pt x="1659" y="899"/>
                  </a:cubicBezTo>
                  <a:cubicBezTo>
                    <a:pt x="1659" y="671"/>
                    <a:pt x="1647" y="442"/>
                    <a:pt x="1623" y="226"/>
                  </a:cubicBezTo>
                  <a:cubicBezTo>
                    <a:pt x="1605" y="76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8170674" y="464149"/>
              <a:ext cx="220695" cy="178942"/>
            </a:xfrm>
            <a:custGeom>
              <a:avLst/>
              <a:gdLst/>
              <a:ahLst/>
              <a:cxnLst/>
              <a:rect l="l" t="t" r="r" b="b"/>
              <a:pathLst>
                <a:path w="3219" h="2610" extrusionOk="0">
                  <a:moveTo>
                    <a:pt x="1656" y="1"/>
                  </a:moveTo>
                  <a:cubicBezTo>
                    <a:pt x="1567" y="1"/>
                    <a:pt x="1477" y="40"/>
                    <a:pt x="1419" y="132"/>
                  </a:cubicBezTo>
                  <a:cubicBezTo>
                    <a:pt x="1251" y="372"/>
                    <a:pt x="1155" y="661"/>
                    <a:pt x="1095" y="949"/>
                  </a:cubicBezTo>
                  <a:cubicBezTo>
                    <a:pt x="818" y="961"/>
                    <a:pt x="542" y="961"/>
                    <a:pt x="265" y="973"/>
                  </a:cubicBezTo>
                  <a:cubicBezTo>
                    <a:pt x="1" y="985"/>
                    <a:pt x="1" y="1370"/>
                    <a:pt x="265" y="1382"/>
                  </a:cubicBezTo>
                  <a:cubicBezTo>
                    <a:pt x="530" y="1394"/>
                    <a:pt x="794" y="1394"/>
                    <a:pt x="1071" y="1406"/>
                  </a:cubicBezTo>
                  <a:cubicBezTo>
                    <a:pt x="1059" y="1755"/>
                    <a:pt x="1107" y="2091"/>
                    <a:pt x="1191" y="2404"/>
                  </a:cubicBezTo>
                  <a:cubicBezTo>
                    <a:pt x="1224" y="2548"/>
                    <a:pt x="1329" y="2609"/>
                    <a:pt x="1437" y="2609"/>
                  </a:cubicBezTo>
                  <a:cubicBezTo>
                    <a:pt x="1601" y="2609"/>
                    <a:pt x="1775" y="2469"/>
                    <a:pt x="1732" y="2259"/>
                  </a:cubicBezTo>
                  <a:cubicBezTo>
                    <a:pt x="1672" y="1959"/>
                    <a:pt x="1672" y="1682"/>
                    <a:pt x="1696" y="1418"/>
                  </a:cubicBezTo>
                  <a:cubicBezTo>
                    <a:pt x="2092" y="1418"/>
                    <a:pt x="2489" y="1430"/>
                    <a:pt x="2886" y="1442"/>
                  </a:cubicBezTo>
                  <a:cubicBezTo>
                    <a:pt x="2889" y="1442"/>
                    <a:pt x="2893" y="1442"/>
                    <a:pt x="2897" y="1442"/>
                  </a:cubicBezTo>
                  <a:cubicBezTo>
                    <a:pt x="3219" y="1442"/>
                    <a:pt x="3219" y="913"/>
                    <a:pt x="2897" y="913"/>
                  </a:cubicBezTo>
                  <a:cubicBezTo>
                    <a:pt x="2893" y="913"/>
                    <a:pt x="2889" y="913"/>
                    <a:pt x="2886" y="913"/>
                  </a:cubicBezTo>
                  <a:cubicBezTo>
                    <a:pt x="2513" y="925"/>
                    <a:pt x="2153" y="937"/>
                    <a:pt x="1780" y="937"/>
                  </a:cubicBezTo>
                  <a:cubicBezTo>
                    <a:pt x="1828" y="745"/>
                    <a:pt x="1876" y="552"/>
                    <a:pt x="1936" y="348"/>
                  </a:cubicBezTo>
                  <a:cubicBezTo>
                    <a:pt x="1991" y="144"/>
                    <a:pt x="1825" y="1"/>
                    <a:pt x="16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8590192" y="485540"/>
              <a:ext cx="206914" cy="175171"/>
            </a:xfrm>
            <a:custGeom>
              <a:avLst/>
              <a:gdLst/>
              <a:ahLst/>
              <a:cxnLst/>
              <a:rect l="l" t="t" r="r" b="b"/>
              <a:pathLst>
                <a:path w="3018" h="2555" extrusionOk="0">
                  <a:moveTo>
                    <a:pt x="1413" y="0"/>
                  </a:moveTo>
                  <a:cubicBezTo>
                    <a:pt x="1278" y="0"/>
                    <a:pt x="1142" y="96"/>
                    <a:pt x="1118" y="289"/>
                  </a:cubicBezTo>
                  <a:cubicBezTo>
                    <a:pt x="1094" y="493"/>
                    <a:pt x="1094" y="709"/>
                    <a:pt x="1094" y="926"/>
                  </a:cubicBezTo>
                  <a:cubicBezTo>
                    <a:pt x="806" y="938"/>
                    <a:pt x="529" y="938"/>
                    <a:pt x="253" y="962"/>
                  </a:cubicBezTo>
                  <a:cubicBezTo>
                    <a:pt x="0" y="974"/>
                    <a:pt x="0" y="1346"/>
                    <a:pt x="253" y="1358"/>
                  </a:cubicBezTo>
                  <a:cubicBezTo>
                    <a:pt x="541" y="1370"/>
                    <a:pt x="818" y="1382"/>
                    <a:pt x="1106" y="1382"/>
                  </a:cubicBezTo>
                  <a:cubicBezTo>
                    <a:pt x="1118" y="1707"/>
                    <a:pt x="1154" y="2020"/>
                    <a:pt x="1166" y="2320"/>
                  </a:cubicBezTo>
                  <a:cubicBezTo>
                    <a:pt x="1179" y="2476"/>
                    <a:pt x="1296" y="2555"/>
                    <a:pt x="1413" y="2555"/>
                  </a:cubicBezTo>
                  <a:cubicBezTo>
                    <a:pt x="1530" y="2555"/>
                    <a:pt x="1647" y="2476"/>
                    <a:pt x="1659" y="2320"/>
                  </a:cubicBezTo>
                  <a:cubicBezTo>
                    <a:pt x="1683" y="2020"/>
                    <a:pt x="1707" y="1719"/>
                    <a:pt x="1731" y="1407"/>
                  </a:cubicBezTo>
                  <a:cubicBezTo>
                    <a:pt x="2044" y="1407"/>
                    <a:pt x="2369" y="1407"/>
                    <a:pt x="2693" y="1419"/>
                  </a:cubicBezTo>
                  <a:cubicBezTo>
                    <a:pt x="3014" y="1419"/>
                    <a:pt x="3018" y="901"/>
                    <a:pt x="2704" y="901"/>
                  </a:cubicBezTo>
                  <a:cubicBezTo>
                    <a:pt x="2700" y="901"/>
                    <a:pt x="2697" y="902"/>
                    <a:pt x="2693" y="902"/>
                  </a:cubicBezTo>
                  <a:lnTo>
                    <a:pt x="1743" y="914"/>
                  </a:lnTo>
                  <a:cubicBezTo>
                    <a:pt x="1743" y="697"/>
                    <a:pt x="1731" y="493"/>
                    <a:pt x="1707" y="289"/>
                  </a:cubicBezTo>
                  <a:cubicBezTo>
                    <a:pt x="1683" y="96"/>
                    <a:pt x="1548" y="0"/>
                    <a:pt x="14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8948349" y="486568"/>
              <a:ext cx="220763" cy="194985"/>
            </a:xfrm>
            <a:custGeom>
              <a:avLst/>
              <a:gdLst/>
              <a:ahLst/>
              <a:cxnLst/>
              <a:rect l="l" t="t" r="r" b="b"/>
              <a:pathLst>
                <a:path w="3220" h="2844" extrusionOk="0">
                  <a:moveTo>
                    <a:pt x="1784" y="0"/>
                  </a:moveTo>
                  <a:cubicBezTo>
                    <a:pt x="1670" y="0"/>
                    <a:pt x="1559" y="65"/>
                    <a:pt x="1520" y="213"/>
                  </a:cubicBezTo>
                  <a:cubicBezTo>
                    <a:pt x="1436" y="478"/>
                    <a:pt x="1376" y="754"/>
                    <a:pt x="1316" y="1031"/>
                  </a:cubicBezTo>
                  <a:cubicBezTo>
                    <a:pt x="967" y="995"/>
                    <a:pt x="619" y="947"/>
                    <a:pt x="270" y="911"/>
                  </a:cubicBezTo>
                  <a:cubicBezTo>
                    <a:pt x="263" y="910"/>
                    <a:pt x="257" y="910"/>
                    <a:pt x="250" y="910"/>
                  </a:cubicBezTo>
                  <a:cubicBezTo>
                    <a:pt x="50" y="910"/>
                    <a:pt x="1" y="1260"/>
                    <a:pt x="222" y="1295"/>
                  </a:cubicBezTo>
                  <a:cubicBezTo>
                    <a:pt x="559" y="1343"/>
                    <a:pt x="895" y="1404"/>
                    <a:pt x="1232" y="1452"/>
                  </a:cubicBezTo>
                  <a:cubicBezTo>
                    <a:pt x="1148" y="1824"/>
                    <a:pt x="1075" y="2185"/>
                    <a:pt x="1003" y="2558"/>
                  </a:cubicBezTo>
                  <a:cubicBezTo>
                    <a:pt x="967" y="2731"/>
                    <a:pt x="1104" y="2843"/>
                    <a:pt x="1238" y="2843"/>
                  </a:cubicBezTo>
                  <a:cubicBezTo>
                    <a:pt x="1327" y="2843"/>
                    <a:pt x="1414" y="2793"/>
                    <a:pt x="1448" y="2678"/>
                  </a:cubicBezTo>
                  <a:cubicBezTo>
                    <a:pt x="1556" y="2305"/>
                    <a:pt x="1677" y="1920"/>
                    <a:pt x="1785" y="1548"/>
                  </a:cubicBezTo>
                  <a:cubicBezTo>
                    <a:pt x="2121" y="1596"/>
                    <a:pt x="2470" y="1656"/>
                    <a:pt x="2806" y="1704"/>
                  </a:cubicBezTo>
                  <a:cubicBezTo>
                    <a:pt x="2826" y="1707"/>
                    <a:pt x="2845" y="1709"/>
                    <a:pt x="2863" y="1709"/>
                  </a:cubicBezTo>
                  <a:cubicBezTo>
                    <a:pt x="3174" y="1709"/>
                    <a:pt x="3219" y="1245"/>
                    <a:pt x="2879" y="1211"/>
                  </a:cubicBezTo>
                  <a:cubicBezTo>
                    <a:pt x="2554" y="1175"/>
                    <a:pt x="2229" y="1139"/>
                    <a:pt x="1905" y="1103"/>
                  </a:cubicBezTo>
                  <a:cubicBezTo>
                    <a:pt x="1965" y="851"/>
                    <a:pt x="2025" y="610"/>
                    <a:pt x="2085" y="370"/>
                  </a:cubicBezTo>
                  <a:cubicBezTo>
                    <a:pt x="2136" y="146"/>
                    <a:pt x="1956" y="0"/>
                    <a:pt x="17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8788360" y="1192870"/>
              <a:ext cx="234955" cy="169206"/>
            </a:xfrm>
            <a:custGeom>
              <a:avLst/>
              <a:gdLst/>
              <a:ahLst/>
              <a:cxnLst/>
              <a:rect l="l" t="t" r="r" b="b"/>
              <a:pathLst>
                <a:path w="3427" h="2468" extrusionOk="0">
                  <a:moveTo>
                    <a:pt x="1387" y="0"/>
                  </a:moveTo>
                  <a:cubicBezTo>
                    <a:pt x="1278" y="0"/>
                    <a:pt x="1167" y="75"/>
                    <a:pt x="1143" y="225"/>
                  </a:cubicBezTo>
                  <a:cubicBezTo>
                    <a:pt x="1119" y="454"/>
                    <a:pt x="1106" y="670"/>
                    <a:pt x="1119" y="911"/>
                  </a:cubicBezTo>
                  <a:cubicBezTo>
                    <a:pt x="818" y="911"/>
                    <a:pt x="517" y="923"/>
                    <a:pt x="217" y="923"/>
                  </a:cubicBezTo>
                  <a:cubicBezTo>
                    <a:pt x="1" y="935"/>
                    <a:pt x="1" y="1271"/>
                    <a:pt x="217" y="1271"/>
                  </a:cubicBezTo>
                  <a:cubicBezTo>
                    <a:pt x="517" y="1283"/>
                    <a:pt x="830" y="1295"/>
                    <a:pt x="1131" y="1295"/>
                  </a:cubicBezTo>
                  <a:cubicBezTo>
                    <a:pt x="1143" y="1620"/>
                    <a:pt x="1167" y="1944"/>
                    <a:pt x="1179" y="2269"/>
                  </a:cubicBezTo>
                  <a:cubicBezTo>
                    <a:pt x="1185" y="2401"/>
                    <a:pt x="1287" y="2467"/>
                    <a:pt x="1387" y="2467"/>
                  </a:cubicBezTo>
                  <a:cubicBezTo>
                    <a:pt x="1488" y="2467"/>
                    <a:pt x="1587" y="2401"/>
                    <a:pt x="1587" y="2269"/>
                  </a:cubicBezTo>
                  <a:cubicBezTo>
                    <a:pt x="1599" y="1957"/>
                    <a:pt x="1623" y="1632"/>
                    <a:pt x="1647" y="1307"/>
                  </a:cubicBezTo>
                  <a:cubicBezTo>
                    <a:pt x="2140" y="1319"/>
                    <a:pt x="2633" y="1331"/>
                    <a:pt x="3126" y="1331"/>
                  </a:cubicBezTo>
                  <a:cubicBezTo>
                    <a:pt x="3130" y="1332"/>
                    <a:pt x="3133" y="1332"/>
                    <a:pt x="3137" y="1332"/>
                  </a:cubicBezTo>
                  <a:cubicBezTo>
                    <a:pt x="3426" y="1332"/>
                    <a:pt x="3423" y="863"/>
                    <a:pt x="3126" y="863"/>
                  </a:cubicBezTo>
                  <a:cubicBezTo>
                    <a:pt x="2633" y="875"/>
                    <a:pt x="2152" y="887"/>
                    <a:pt x="1659" y="887"/>
                  </a:cubicBezTo>
                  <a:cubicBezTo>
                    <a:pt x="1659" y="670"/>
                    <a:pt x="1647" y="442"/>
                    <a:pt x="1623" y="225"/>
                  </a:cubicBezTo>
                  <a:cubicBezTo>
                    <a:pt x="1605" y="75"/>
                    <a:pt x="1497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 rot="-5564026">
              <a:off x="8888536" y="1560003"/>
              <a:ext cx="264644" cy="134996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8590192" y="950100"/>
              <a:ext cx="206708" cy="175239"/>
            </a:xfrm>
            <a:custGeom>
              <a:avLst/>
              <a:gdLst/>
              <a:ahLst/>
              <a:cxnLst/>
              <a:rect l="l" t="t" r="r" b="b"/>
              <a:pathLst>
                <a:path w="3015" h="2556" extrusionOk="0">
                  <a:moveTo>
                    <a:pt x="1413" y="1"/>
                  </a:moveTo>
                  <a:cubicBezTo>
                    <a:pt x="1278" y="1"/>
                    <a:pt x="1142" y="94"/>
                    <a:pt x="1118" y="280"/>
                  </a:cubicBezTo>
                  <a:cubicBezTo>
                    <a:pt x="1094" y="485"/>
                    <a:pt x="1094" y="701"/>
                    <a:pt x="1094" y="930"/>
                  </a:cubicBezTo>
                  <a:cubicBezTo>
                    <a:pt x="806" y="930"/>
                    <a:pt x="529" y="942"/>
                    <a:pt x="253" y="954"/>
                  </a:cubicBezTo>
                  <a:cubicBezTo>
                    <a:pt x="0" y="966"/>
                    <a:pt x="0" y="1338"/>
                    <a:pt x="253" y="1350"/>
                  </a:cubicBezTo>
                  <a:cubicBezTo>
                    <a:pt x="541" y="1362"/>
                    <a:pt x="818" y="1374"/>
                    <a:pt x="1106" y="1386"/>
                  </a:cubicBezTo>
                  <a:cubicBezTo>
                    <a:pt x="1118" y="1699"/>
                    <a:pt x="1154" y="2011"/>
                    <a:pt x="1166" y="2312"/>
                  </a:cubicBezTo>
                  <a:cubicBezTo>
                    <a:pt x="1179" y="2474"/>
                    <a:pt x="1296" y="2555"/>
                    <a:pt x="1413" y="2555"/>
                  </a:cubicBezTo>
                  <a:cubicBezTo>
                    <a:pt x="1530" y="2555"/>
                    <a:pt x="1647" y="2474"/>
                    <a:pt x="1659" y="2312"/>
                  </a:cubicBezTo>
                  <a:cubicBezTo>
                    <a:pt x="1683" y="2023"/>
                    <a:pt x="1707" y="1711"/>
                    <a:pt x="1731" y="1398"/>
                  </a:cubicBezTo>
                  <a:cubicBezTo>
                    <a:pt x="2044" y="1398"/>
                    <a:pt x="2369" y="1410"/>
                    <a:pt x="2693" y="1410"/>
                  </a:cubicBezTo>
                  <a:cubicBezTo>
                    <a:pt x="2697" y="1411"/>
                    <a:pt x="2700" y="1411"/>
                    <a:pt x="2704" y="1411"/>
                  </a:cubicBezTo>
                  <a:cubicBezTo>
                    <a:pt x="3014" y="1411"/>
                    <a:pt x="3014" y="893"/>
                    <a:pt x="2704" y="893"/>
                  </a:cubicBezTo>
                  <a:cubicBezTo>
                    <a:pt x="2700" y="893"/>
                    <a:pt x="2697" y="893"/>
                    <a:pt x="2693" y="893"/>
                  </a:cubicBezTo>
                  <a:lnTo>
                    <a:pt x="1743" y="905"/>
                  </a:lnTo>
                  <a:cubicBezTo>
                    <a:pt x="1743" y="689"/>
                    <a:pt x="1731" y="485"/>
                    <a:pt x="1707" y="280"/>
                  </a:cubicBezTo>
                  <a:cubicBezTo>
                    <a:pt x="1683" y="94"/>
                    <a:pt x="1548" y="1"/>
                    <a:pt x="14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8948349" y="951128"/>
              <a:ext cx="220763" cy="195190"/>
            </a:xfrm>
            <a:custGeom>
              <a:avLst/>
              <a:gdLst/>
              <a:ahLst/>
              <a:cxnLst/>
              <a:rect l="l" t="t" r="r" b="b"/>
              <a:pathLst>
                <a:path w="3220" h="2847" extrusionOk="0">
                  <a:moveTo>
                    <a:pt x="1782" y="1"/>
                  </a:moveTo>
                  <a:cubicBezTo>
                    <a:pt x="1668" y="1"/>
                    <a:pt x="1558" y="62"/>
                    <a:pt x="1520" y="205"/>
                  </a:cubicBezTo>
                  <a:cubicBezTo>
                    <a:pt x="1436" y="482"/>
                    <a:pt x="1376" y="758"/>
                    <a:pt x="1316" y="1035"/>
                  </a:cubicBezTo>
                  <a:cubicBezTo>
                    <a:pt x="967" y="987"/>
                    <a:pt x="619" y="951"/>
                    <a:pt x="270" y="903"/>
                  </a:cubicBezTo>
                  <a:cubicBezTo>
                    <a:pt x="263" y="902"/>
                    <a:pt x="257" y="901"/>
                    <a:pt x="250" y="901"/>
                  </a:cubicBezTo>
                  <a:cubicBezTo>
                    <a:pt x="50" y="901"/>
                    <a:pt x="1" y="1252"/>
                    <a:pt x="222" y="1287"/>
                  </a:cubicBezTo>
                  <a:cubicBezTo>
                    <a:pt x="559" y="1347"/>
                    <a:pt x="895" y="1395"/>
                    <a:pt x="1232" y="1455"/>
                  </a:cubicBezTo>
                  <a:cubicBezTo>
                    <a:pt x="1148" y="1816"/>
                    <a:pt x="1075" y="2189"/>
                    <a:pt x="1003" y="2549"/>
                  </a:cubicBezTo>
                  <a:cubicBezTo>
                    <a:pt x="967" y="2731"/>
                    <a:pt x="1106" y="2846"/>
                    <a:pt x="1240" y="2846"/>
                  </a:cubicBezTo>
                  <a:cubicBezTo>
                    <a:pt x="1328" y="2846"/>
                    <a:pt x="1415" y="2796"/>
                    <a:pt x="1448" y="2682"/>
                  </a:cubicBezTo>
                  <a:cubicBezTo>
                    <a:pt x="1556" y="2297"/>
                    <a:pt x="1677" y="1924"/>
                    <a:pt x="1785" y="1540"/>
                  </a:cubicBezTo>
                  <a:cubicBezTo>
                    <a:pt x="2121" y="1600"/>
                    <a:pt x="2470" y="1648"/>
                    <a:pt x="2806" y="1708"/>
                  </a:cubicBezTo>
                  <a:cubicBezTo>
                    <a:pt x="2826" y="1711"/>
                    <a:pt x="2845" y="1713"/>
                    <a:pt x="2863" y="1713"/>
                  </a:cubicBezTo>
                  <a:cubicBezTo>
                    <a:pt x="3174" y="1713"/>
                    <a:pt x="3219" y="1249"/>
                    <a:pt x="2879" y="1215"/>
                  </a:cubicBezTo>
                  <a:cubicBezTo>
                    <a:pt x="2554" y="1179"/>
                    <a:pt x="2229" y="1143"/>
                    <a:pt x="1905" y="1095"/>
                  </a:cubicBezTo>
                  <a:cubicBezTo>
                    <a:pt x="1965" y="854"/>
                    <a:pt x="2025" y="614"/>
                    <a:pt x="2085" y="362"/>
                  </a:cubicBezTo>
                  <a:cubicBezTo>
                    <a:pt x="2136" y="144"/>
                    <a:pt x="1955" y="1"/>
                    <a:pt x="1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7466088" y="287780"/>
              <a:ext cx="264642" cy="134995"/>
            </a:xfrm>
            <a:custGeom>
              <a:avLst/>
              <a:gdLst/>
              <a:ahLst/>
              <a:cxnLst/>
              <a:rect l="l" t="t" r="r" b="b"/>
              <a:pathLst>
                <a:path w="3860" h="1969" extrusionOk="0">
                  <a:moveTo>
                    <a:pt x="1879" y="0"/>
                  </a:moveTo>
                  <a:cubicBezTo>
                    <a:pt x="1814" y="0"/>
                    <a:pt x="1746" y="25"/>
                    <a:pt x="1683" y="81"/>
                  </a:cubicBezTo>
                  <a:cubicBezTo>
                    <a:pt x="1563" y="189"/>
                    <a:pt x="1491" y="333"/>
                    <a:pt x="1443" y="478"/>
                  </a:cubicBezTo>
                  <a:cubicBezTo>
                    <a:pt x="1046" y="454"/>
                    <a:pt x="661" y="430"/>
                    <a:pt x="265" y="405"/>
                  </a:cubicBezTo>
                  <a:cubicBezTo>
                    <a:pt x="60" y="405"/>
                    <a:pt x="0" y="754"/>
                    <a:pt x="216" y="778"/>
                  </a:cubicBezTo>
                  <a:cubicBezTo>
                    <a:pt x="601" y="838"/>
                    <a:pt x="974" y="886"/>
                    <a:pt x="1358" y="934"/>
                  </a:cubicBezTo>
                  <a:cubicBezTo>
                    <a:pt x="1358" y="983"/>
                    <a:pt x="1346" y="1031"/>
                    <a:pt x="1346" y="1079"/>
                  </a:cubicBezTo>
                  <a:cubicBezTo>
                    <a:pt x="1346" y="1331"/>
                    <a:pt x="1370" y="1692"/>
                    <a:pt x="1587" y="1836"/>
                  </a:cubicBezTo>
                  <a:lnTo>
                    <a:pt x="1587" y="1848"/>
                  </a:lnTo>
                  <a:cubicBezTo>
                    <a:pt x="1626" y="1931"/>
                    <a:pt x="1700" y="1968"/>
                    <a:pt x="1771" y="1968"/>
                  </a:cubicBezTo>
                  <a:cubicBezTo>
                    <a:pt x="1875" y="1968"/>
                    <a:pt x="1971" y="1888"/>
                    <a:pt x="1935" y="1752"/>
                  </a:cubicBezTo>
                  <a:cubicBezTo>
                    <a:pt x="1935" y="1752"/>
                    <a:pt x="1935" y="1740"/>
                    <a:pt x="1923" y="1728"/>
                  </a:cubicBezTo>
                  <a:cubicBezTo>
                    <a:pt x="2008" y="1560"/>
                    <a:pt x="1947" y="1379"/>
                    <a:pt x="1960" y="1175"/>
                  </a:cubicBezTo>
                  <a:cubicBezTo>
                    <a:pt x="1960" y="1115"/>
                    <a:pt x="1972" y="1055"/>
                    <a:pt x="1984" y="1007"/>
                  </a:cubicBezTo>
                  <a:cubicBezTo>
                    <a:pt x="2452" y="1055"/>
                    <a:pt x="2921" y="1103"/>
                    <a:pt x="3390" y="1175"/>
                  </a:cubicBezTo>
                  <a:cubicBezTo>
                    <a:pt x="3413" y="1179"/>
                    <a:pt x="3434" y="1181"/>
                    <a:pt x="3455" y="1181"/>
                  </a:cubicBezTo>
                  <a:cubicBezTo>
                    <a:pt x="3807" y="1181"/>
                    <a:pt x="3860" y="633"/>
                    <a:pt x="3462" y="622"/>
                  </a:cubicBezTo>
                  <a:cubicBezTo>
                    <a:pt x="3017" y="610"/>
                    <a:pt x="2573" y="574"/>
                    <a:pt x="2128" y="538"/>
                  </a:cubicBezTo>
                  <a:cubicBezTo>
                    <a:pt x="2140" y="478"/>
                    <a:pt x="2152" y="430"/>
                    <a:pt x="2164" y="369"/>
                  </a:cubicBezTo>
                  <a:cubicBezTo>
                    <a:pt x="2199" y="169"/>
                    <a:pt x="2050" y="0"/>
                    <a:pt x="1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8170674" y="928572"/>
              <a:ext cx="220695" cy="178667"/>
            </a:xfrm>
            <a:custGeom>
              <a:avLst/>
              <a:gdLst/>
              <a:ahLst/>
              <a:cxnLst/>
              <a:rect l="l" t="t" r="r" b="b"/>
              <a:pathLst>
                <a:path w="3219" h="2606" extrusionOk="0">
                  <a:moveTo>
                    <a:pt x="1655" y="0"/>
                  </a:moveTo>
                  <a:cubicBezTo>
                    <a:pt x="1566" y="0"/>
                    <a:pt x="1477" y="39"/>
                    <a:pt x="1419" y="126"/>
                  </a:cubicBezTo>
                  <a:cubicBezTo>
                    <a:pt x="1251" y="378"/>
                    <a:pt x="1155" y="655"/>
                    <a:pt x="1095" y="943"/>
                  </a:cubicBezTo>
                  <a:cubicBezTo>
                    <a:pt x="818" y="955"/>
                    <a:pt x="542" y="955"/>
                    <a:pt x="265" y="967"/>
                  </a:cubicBezTo>
                  <a:cubicBezTo>
                    <a:pt x="1" y="979"/>
                    <a:pt x="1" y="1364"/>
                    <a:pt x="265" y="1376"/>
                  </a:cubicBezTo>
                  <a:cubicBezTo>
                    <a:pt x="530" y="1388"/>
                    <a:pt x="794" y="1400"/>
                    <a:pt x="1071" y="1400"/>
                  </a:cubicBezTo>
                  <a:cubicBezTo>
                    <a:pt x="1059" y="1748"/>
                    <a:pt x="1107" y="2097"/>
                    <a:pt x="1191" y="2410"/>
                  </a:cubicBezTo>
                  <a:cubicBezTo>
                    <a:pt x="1224" y="2547"/>
                    <a:pt x="1326" y="2606"/>
                    <a:pt x="1433" y="2606"/>
                  </a:cubicBezTo>
                  <a:cubicBezTo>
                    <a:pt x="1598" y="2606"/>
                    <a:pt x="1776" y="2465"/>
                    <a:pt x="1732" y="2253"/>
                  </a:cubicBezTo>
                  <a:cubicBezTo>
                    <a:pt x="1672" y="1953"/>
                    <a:pt x="1672" y="1676"/>
                    <a:pt x="1696" y="1412"/>
                  </a:cubicBezTo>
                  <a:cubicBezTo>
                    <a:pt x="2092" y="1412"/>
                    <a:pt x="2489" y="1424"/>
                    <a:pt x="2886" y="1436"/>
                  </a:cubicBezTo>
                  <a:cubicBezTo>
                    <a:pt x="2889" y="1436"/>
                    <a:pt x="2893" y="1436"/>
                    <a:pt x="2897" y="1436"/>
                  </a:cubicBezTo>
                  <a:cubicBezTo>
                    <a:pt x="3215" y="1436"/>
                    <a:pt x="3219" y="918"/>
                    <a:pt x="2907" y="918"/>
                  </a:cubicBezTo>
                  <a:cubicBezTo>
                    <a:pt x="2900" y="918"/>
                    <a:pt x="2893" y="918"/>
                    <a:pt x="2886" y="919"/>
                  </a:cubicBezTo>
                  <a:cubicBezTo>
                    <a:pt x="2513" y="931"/>
                    <a:pt x="2153" y="931"/>
                    <a:pt x="1780" y="943"/>
                  </a:cubicBezTo>
                  <a:cubicBezTo>
                    <a:pt x="1828" y="751"/>
                    <a:pt x="1876" y="558"/>
                    <a:pt x="1936" y="354"/>
                  </a:cubicBezTo>
                  <a:cubicBezTo>
                    <a:pt x="1991" y="141"/>
                    <a:pt x="1824" y="0"/>
                    <a:pt x="1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280351" y="24524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8574014" y="1429612"/>
              <a:ext cx="239069" cy="169000"/>
            </a:xfrm>
            <a:custGeom>
              <a:avLst/>
              <a:gdLst/>
              <a:ahLst/>
              <a:cxnLst/>
              <a:rect l="l" t="t" r="r" b="b"/>
              <a:pathLst>
                <a:path w="3487" h="2465" extrusionOk="0">
                  <a:moveTo>
                    <a:pt x="2219" y="0"/>
                  </a:moveTo>
                  <a:cubicBezTo>
                    <a:pt x="2135" y="0"/>
                    <a:pt x="2050" y="38"/>
                    <a:pt x="1996" y="126"/>
                  </a:cubicBezTo>
                  <a:cubicBezTo>
                    <a:pt x="1839" y="355"/>
                    <a:pt x="1755" y="631"/>
                    <a:pt x="1707" y="920"/>
                  </a:cubicBezTo>
                  <a:cubicBezTo>
                    <a:pt x="1226" y="920"/>
                    <a:pt x="733" y="944"/>
                    <a:pt x="253" y="968"/>
                  </a:cubicBezTo>
                  <a:cubicBezTo>
                    <a:pt x="0" y="980"/>
                    <a:pt x="0" y="1340"/>
                    <a:pt x="253" y="1352"/>
                  </a:cubicBezTo>
                  <a:cubicBezTo>
                    <a:pt x="721" y="1376"/>
                    <a:pt x="1202" y="1388"/>
                    <a:pt x="1683" y="1400"/>
                  </a:cubicBezTo>
                  <a:cubicBezTo>
                    <a:pt x="1695" y="1749"/>
                    <a:pt x="1767" y="2086"/>
                    <a:pt x="1900" y="2386"/>
                  </a:cubicBezTo>
                  <a:cubicBezTo>
                    <a:pt x="1922" y="2441"/>
                    <a:pt x="1968" y="2465"/>
                    <a:pt x="2016" y="2465"/>
                  </a:cubicBezTo>
                  <a:cubicBezTo>
                    <a:pt x="2093" y="2465"/>
                    <a:pt x="2176" y="2403"/>
                    <a:pt x="2176" y="2314"/>
                  </a:cubicBezTo>
                  <a:cubicBezTo>
                    <a:pt x="2164" y="2014"/>
                    <a:pt x="2152" y="1701"/>
                    <a:pt x="2188" y="1412"/>
                  </a:cubicBezTo>
                  <a:lnTo>
                    <a:pt x="3162" y="1412"/>
                  </a:lnTo>
                  <a:cubicBezTo>
                    <a:pt x="3486" y="1412"/>
                    <a:pt x="3486" y="908"/>
                    <a:pt x="3162" y="908"/>
                  </a:cubicBezTo>
                  <a:lnTo>
                    <a:pt x="2296" y="908"/>
                  </a:lnTo>
                  <a:cubicBezTo>
                    <a:pt x="2344" y="715"/>
                    <a:pt x="2416" y="523"/>
                    <a:pt x="2477" y="331"/>
                  </a:cubicBezTo>
                  <a:cubicBezTo>
                    <a:pt x="2531" y="135"/>
                    <a:pt x="2377" y="0"/>
                    <a:pt x="2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14"/>
          <p:cNvSpPr/>
          <p:nvPr/>
        </p:nvSpPr>
        <p:spPr>
          <a:xfrm>
            <a:off x="8740853" y="2107405"/>
            <a:ext cx="264642" cy="134995"/>
          </a:xfrm>
          <a:custGeom>
            <a:avLst/>
            <a:gdLst/>
            <a:ahLst/>
            <a:cxnLst/>
            <a:rect l="l" t="t" r="r" b="b"/>
            <a:pathLst>
              <a:path w="3860" h="1969" extrusionOk="0">
                <a:moveTo>
                  <a:pt x="1879" y="0"/>
                </a:moveTo>
                <a:cubicBezTo>
                  <a:pt x="1814" y="0"/>
                  <a:pt x="1746" y="25"/>
                  <a:pt x="1683" y="81"/>
                </a:cubicBezTo>
                <a:cubicBezTo>
                  <a:pt x="1563" y="189"/>
                  <a:pt x="1491" y="333"/>
                  <a:pt x="1443" y="478"/>
                </a:cubicBezTo>
                <a:cubicBezTo>
                  <a:pt x="1046" y="454"/>
                  <a:pt x="661" y="430"/>
                  <a:pt x="265" y="405"/>
                </a:cubicBezTo>
                <a:cubicBezTo>
                  <a:pt x="60" y="405"/>
                  <a:pt x="0" y="754"/>
                  <a:pt x="216" y="778"/>
                </a:cubicBezTo>
                <a:cubicBezTo>
                  <a:pt x="601" y="838"/>
                  <a:pt x="974" y="886"/>
                  <a:pt x="1358" y="934"/>
                </a:cubicBezTo>
                <a:cubicBezTo>
                  <a:pt x="1358" y="983"/>
                  <a:pt x="1346" y="1031"/>
                  <a:pt x="1346" y="1079"/>
                </a:cubicBezTo>
                <a:cubicBezTo>
                  <a:pt x="1346" y="1331"/>
                  <a:pt x="1370" y="1692"/>
                  <a:pt x="1587" y="1836"/>
                </a:cubicBezTo>
                <a:lnTo>
                  <a:pt x="1587" y="1848"/>
                </a:lnTo>
                <a:cubicBezTo>
                  <a:pt x="1626" y="1931"/>
                  <a:pt x="1700" y="1968"/>
                  <a:pt x="1771" y="1968"/>
                </a:cubicBezTo>
                <a:cubicBezTo>
                  <a:pt x="1875" y="1968"/>
                  <a:pt x="1971" y="1888"/>
                  <a:pt x="1935" y="1752"/>
                </a:cubicBezTo>
                <a:cubicBezTo>
                  <a:pt x="1935" y="1752"/>
                  <a:pt x="1935" y="1740"/>
                  <a:pt x="1923" y="1728"/>
                </a:cubicBezTo>
                <a:cubicBezTo>
                  <a:pt x="2008" y="1560"/>
                  <a:pt x="1947" y="1379"/>
                  <a:pt x="1960" y="1175"/>
                </a:cubicBezTo>
                <a:cubicBezTo>
                  <a:pt x="1960" y="1115"/>
                  <a:pt x="1972" y="1055"/>
                  <a:pt x="1984" y="1007"/>
                </a:cubicBezTo>
                <a:cubicBezTo>
                  <a:pt x="2452" y="1055"/>
                  <a:pt x="2921" y="1103"/>
                  <a:pt x="3390" y="1175"/>
                </a:cubicBezTo>
                <a:cubicBezTo>
                  <a:pt x="3413" y="1179"/>
                  <a:pt x="3434" y="1181"/>
                  <a:pt x="3455" y="1181"/>
                </a:cubicBezTo>
                <a:cubicBezTo>
                  <a:pt x="3807" y="1181"/>
                  <a:pt x="3860" y="633"/>
                  <a:pt x="3462" y="622"/>
                </a:cubicBezTo>
                <a:cubicBezTo>
                  <a:pt x="3017" y="610"/>
                  <a:pt x="2573" y="574"/>
                  <a:pt x="2128" y="538"/>
                </a:cubicBezTo>
                <a:cubicBezTo>
                  <a:pt x="2140" y="478"/>
                  <a:pt x="2152" y="430"/>
                  <a:pt x="2164" y="369"/>
                </a:cubicBezTo>
                <a:cubicBezTo>
                  <a:pt x="2199" y="169"/>
                  <a:pt x="2050" y="0"/>
                  <a:pt x="187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 txBox="1">
            <a:spLocks noGrp="1"/>
          </p:cNvSpPr>
          <p:nvPr>
            <p:ph type="title"/>
          </p:nvPr>
        </p:nvSpPr>
        <p:spPr>
          <a:xfrm>
            <a:off x="2159100" y="2911400"/>
            <a:ext cx="51510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1"/>
          </p:nvPr>
        </p:nvSpPr>
        <p:spPr>
          <a:xfrm>
            <a:off x="1834200" y="1669275"/>
            <a:ext cx="5475900" cy="13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6" name="Google Shape;436;p19"/>
          <p:cNvGrpSpPr/>
          <p:nvPr/>
        </p:nvGrpSpPr>
        <p:grpSpPr>
          <a:xfrm rot="10800000">
            <a:off x="4772470" y="519584"/>
            <a:ext cx="4451904" cy="797398"/>
            <a:chOff x="7591590" y="960853"/>
            <a:chExt cx="2093831" cy="470303"/>
          </a:xfrm>
        </p:grpSpPr>
        <p:sp>
          <p:nvSpPr>
            <p:cNvPr id="437" name="Google Shape;437;p19"/>
            <p:cNvSpPr/>
            <p:nvPr/>
          </p:nvSpPr>
          <p:spPr>
            <a:xfrm>
              <a:off x="7592375" y="960853"/>
              <a:ext cx="1686346" cy="32803"/>
            </a:xfrm>
            <a:custGeom>
              <a:avLst/>
              <a:gdLst/>
              <a:ahLst/>
              <a:cxnLst/>
              <a:rect l="l" t="t" r="r" b="b"/>
              <a:pathLst>
                <a:path w="7826" h="502" extrusionOk="0">
                  <a:moveTo>
                    <a:pt x="780" y="1"/>
                  </a:moveTo>
                  <a:cubicBezTo>
                    <a:pt x="596" y="1"/>
                    <a:pt x="412" y="4"/>
                    <a:pt x="229" y="14"/>
                  </a:cubicBezTo>
                  <a:cubicBezTo>
                    <a:pt x="60" y="26"/>
                    <a:pt x="0" y="290"/>
                    <a:pt x="181" y="326"/>
                  </a:cubicBezTo>
                  <a:cubicBezTo>
                    <a:pt x="953" y="476"/>
                    <a:pt x="1755" y="502"/>
                    <a:pt x="2552" y="502"/>
                  </a:cubicBezTo>
                  <a:cubicBezTo>
                    <a:pt x="2971" y="502"/>
                    <a:pt x="3389" y="494"/>
                    <a:pt x="3799" y="494"/>
                  </a:cubicBezTo>
                  <a:cubicBezTo>
                    <a:pt x="5061" y="494"/>
                    <a:pt x="6335" y="482"/>
                    <a:pt x="7598" y="374"/>
                  </a:cubicBezTo>
                  <a:cubicBezTo>
                    <a:pt x="7810" y="351"/>
                    <a:pt x="7826" y="25"/>
                    <a:pt x="7609" y="25"/>
                  </a:cubicBezTo>
                  <a:cubicBezTo>
                    <a:pt x="7606" y="25"/>
                    <a:pt x="7602" y="25"/>
                    <a:pt x="7598" y="26"/>
                  </a:cubicBezTo>
                  <a:cubicBezTo>
                    <a:pt x="6478" y="80"/>
                    <a:pt x="5359" y="135"/>
                    <a:pt x="4231" y="135"/>
                  </a:cubicBezTo>
                  <a:cubicBezTo>
                    <a:pt x="4123" y="135"/>
                    <a:pt x="4015" y="135"/>
                    <a:pt x="3907" y="134"/>
                  </a:cubicBezTo>
                  <a:cubicBezTo>
                    <a:pt x="2876" y="124"/>
                    <a:pt x="1819" y="1"/>
                    <a:pt x="7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7591590" y="1037557"/>
              <a:ext cx="2093831" cy="51631"/>
            </a:xfrm>
            <a:custGeom>
              <a:avLst/>
              <a:gdLst/>
              <a:ahLst/>
              <a:cxnLst/>
              <a:rect l="l" t="t" r="r" b="b"/>
              <a:pathLst>
                <a:path w="15953" h="747" extrusionOk="0">
                  <a:moveTo>
                    <a:pt x="14696" y="0"/>
                  </a:moveTo>
                  <a:cubicBezTo>
                    <a:pt x="13740" y="0"/>
                    <a:pt x="12771" y="77"/>
                    <a:pt x="11829" y="95"/>
                  </a:cubicBezTo>
                  <a:cubicBezTo>
                    <a:pt x="10507" y="119"/>
                    <a:pt x="9172" y="155"/>
                    <a:pt x="7850" y="179"/>
                  </a:cubicBezTo>
                  <a:cubicBezTo>
                    <a:pt x="6564" y="191"/>
                    <a:pt x="5278" y="215"/>
                    <a:pt x="3991" y="227"/>
                  </a:cubicBezTo>
                  <a:cubicBezTo>
                    <a:pt x="3882" y="228"/>
                    <a:pt x="3773" y="228"/>
                    <a:pt x="3664" y="228"/>
                  </a:cubicBezTo>
                  <a:cubicBezTo>
                    <a:pt x="3250" y="228"/>
                    <a:pt x="2833" y="223"/>
                    <a:pt x="2417" y="223"/>
                  </a:cubicBezTo>
                  <a:cubicBezTo>
                    <a:pt x="1671" y="223"/>
                    <a:pt x="926" y="242"/>
                    <a:pt x="193" y="347"/>
                  </a:cubicBezTo>
                  <a:cubicBezTo>
                    <a:pt x="0" y="371"/>
                    <a:pt x="85" y="624"/>
                    <a:pt x="229" y="648"/>
                  </a:cubicBezTo>
                  <a:cubicBezTo>
                    <a:pt x="807" y="724"/>
                    <a:pt x="1396" y="746"/>
                    <a:pt x="1985" y="746"/>
                  </a:cubicBezTo>
                  <a:cubicBezTo>
                    <a:pt x="2694" y="746"/>
                    <a:pt x="3404" y="714"/>
                    <a:pt x="4100" y="708"/>
                  </a:cubicBezTo>
                  <a:cubicBezTo>
                    <a:pt x="5386" y="684"/>
                    <a:pt x="6672" y="672"/>
                    <a:pt x="7970" y="648"/>
                  </a:cubicBezTo>
                  <a:cubicBezTo>
                    <a:pt x="9220" y="624"/>
                    <a:pt x="10471" y="600"/>
                    <a:pt x="11721" y="576"/>
                  </a:cubicBezTo>
                  <a:cubicBezTo>
                    <a:pt x="13031" y="540"/>
                    <a:pt x="14390" y="600"/>
                    <a:pt x="15700" y="419"/>
                  </a:cubicBezTo>
                  <a:cubicBezTo>
                    <a:pt x="15940" y="395"/>
                    <a:pt x="15952" y="59"/>
                    <a:pt x="15700" y="35"/>
                  </a:cubicBezTo>
                  <a:cubicBezTo>
                    <a:pt x="15368" y="10"/>
                    <a:pt x="15033" y="0"/>
                    <a:pt x="14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7592562" y="1151009"/>
              <a:ext cx="1520439" cy="47377"/>
            </a:xfrm>
            <a:custGeom>
              <a:avLst/>
              <a:gdLst/>
              <a:ahLst/>
              <a:cxnLst/>
              <a:rect l="l" t="t" r="r" b="b"/>
              <a:pathLst>
                <a:path w="23114" h="725" extrusionOk="0">
                  <a:moveTo>
                    <a:pt x="215" y="0"/>
                  </a:moveTo>
                  <a:cubicBezTo>
                    <a:pt x="44" y="0"/>
                    <a:pt x="1" y="290"/>
                    <a:pt x="178" y="325"/>
                  </a:cubicBezTo>
                  <a:cubicBezTo>
                    <a:pt x="1419" y="578"/>
                    <a:pt x="2707" y="630"/>
                    <a:pt x="3985" y="630"/>
                  </a:cubicBezTo>
                  <a:cubicBezTo>
                    <a:pt x="4526" y="630"/>
                    <a:pt x="5066" y="621"/>
                    <a:pt x="5599" y="614"/>
                  </a:cubicBezTo>
                  <a:cubicBezTo>
                    <a:pt x="7523" y="578"/>
                    <a:pt x="9446" y="505"/>
                    <a:pt x="11381" y="493"/>
                  </a:cubicBezTo>
                  <a:cubicBezTo>
                    <a:pt x="11830" y="491"/>
                    <a:pt x="12278" y="489"/>
                    <a:pt x="12726" y="489"/>
                  </a:cubicBezTo>
                  <a:cubicBezTo>
                    <a:pt x="14177" y="489"/>
                    <a:pt x="15628" y="505"/>
                    <a:pt x="17079" y="542"/>
                  </a:cubicBezTo>
                  <a:cubicBezTo>
                    <a:pt x="18886" y="575"/>
                    <a:pt x="20704" y="724"/>
                    <a:pt x="22513" y="724"/>
                  </a:cubicBezTo>
                  <a:cubicBezTo>
                    <a:pt x="22641" y="724"/>
                    <a:pt x="22769" y="723"/>
                    <a:pt x="22897" y="722"/>
                  </a:cubicBezTo>
                  <a:cubicBezTo>
                    <a:pt x="23114" y="722"/>
                    <a:pt x="23102" y="421"/>
                    <a:pt x="22897" y="397"/>
                  </a:cubicBezTo>
                  <a:cubicBezTo>
                    <a:pt x="21010" y="181"/>
                    <a:pt x="19087" y="193"/>
                    <a:pt x="17199" y="157"/>
                  </a:cubicBezTo>
                  <a:cubicBezTo>
                    <a:pt x="15748" y="120"/>
                    <a:pt x="14291" y="104"/>
                    <a:pt x="12836" y="104"/>
                  </a:cubicBezTo>
                  <a:cubicBezTo>
                    <a:pt x="12387" y="104"/>
                    <a:pt x="11938" y="106"/>
                    <a:pt x="11489" y="109"/>
                  </a:cubicBezTo>
                  <a:cubicBezTo>
                    <a:pt x="9602" y="121"/>
                    <a:pt x="7715" y="181"/>
                    <a:pt x="5816" y="217"/>
                  </a:cubicBezTo>
                  <a:cubicBezTo>
                    <a:pt x="5510" y="225"/>
                    <a:pt x="5205" y="228"/>
                    <a:pt x="4900" y="228"/>
                  </a:cubicBezTo>
                  <a:cubicBezTo>
                    <a:pt x="3336" y="228"/>
                    <a:pt x="1785" y="131"/>
                    <a:pt x="226" y="1"/>
                  </a:cubicBezTo>
                  <a:cubicBezTo>
                    <a:pt x="222" y="0"/>
                    <a:pt x="219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7593943" y="1246676"/>
              <a:ext cx="1898608" cy="45547"/>
            </a:xfrm>
            <a:custGeom>
              <a:avLst/>
              <a:gdLst/>
              <a:ahLst/>
              <a:cxnLst/>
              <a:rect l="l" t="t" r="r" b="b"/>
              <a:pathLst>
                <a:path w="28863" h="697" extrusionOk="0">
                  <a:moveTo>
                    <a:pt x="1361" y="1"/>
                  </a:moveTo>
                  <a:cubicBezTo>
                    <a:pt x="964" y="1"/>
                    <a:pt x="566" y="5"/>
                    <a:pt x="169" y="15"/>
                  </a:cubicBezTo>
                  <a:cubicBezTo>
                    <a:pt x="0" y="27"/>
                    <a:pt x="12" y="256"/>
                    <a:pt x="169" y="280"/>
                  </a:cubicBezTo>
                  <a:cubicBezTo>
                    <a:pt x="2525" y="520"/>
                    <a:pt x="4917" y="520"/>
                    <a:pt x="7285" y="568"/>
                  </a:cubicBezTo>
                  <a:cubicBezTo>
                    <a:pt x="9653" y="628"/>
                    <a:pt x="12033" y="664"/>
                    <a:pt x="14402" y="676"/>
                  </a:cubicBezTo>
                  <a:cubicBezTo>
                    <a:pt x="15789" y="690"/>
                    <a:pt x="17180" y="696"/>
                    <a:pt x="18571" y="696"/>
                  </a:cubicBezTo>
                  <a:cubicBezTo>
                    <a:pt x="19554" y="696"/>
                    <a:pt x="20537" y="693"/>
                    <a:pt x="21518" y="688"/>
                  </a:cubicBezTo>
                  <a:cubicBezTo>
                    <a:pt x="21786" y="686"/>
                    <a:pt x="22056" y="685"/>
                    <a:pt x="22325" y="685"/>
                  </a:cubicBezTo>
                  <a:cubicBezTo>
                    <a:pt x="23122" y="685"/>
                    <a:pt x="23923" y="693"/>
                    <a:pt x="24725" y="693"/>
                  </a:cubicBezTo>
                  <a:cubicBezTo>
                    <a:pt x="26035" y="693"/>
                    <a:pt x="27346" y="670"/>
                    <a:pt x="28634" y="544"/>
                  </a:cubicBezTo>
                  <a:cubicBezTo>
                    <a:pt x="28863" y="520"/>
                    <a:pt x="28863" y="195"/>
                    <a:pt x="28634" y="183"/>
                  </a:cubicBezTo>
                  <a:cubicBezTo>
                    <a:pt x="28050" y="154"/>
                    <a:pt x="27464" y="142"/>
                    <a:pt x="26876" y="142"/>
                  </a:cubicBezTo>
                  <a:cubicBezTo>
                    <a:pt x="25093" y="142"/>
                    <a:pt x="23299" y="247"/>
                    <a:pt x="21518" y="256"/>
                  </a:cubicBezTo>
                  <a:cubicBezTo>
                    <a:pt x="20334" y="268"/>
                    <a:pt x="19147" y="274"/>
                    <a:pt x="17960" y="274"/>
                  </a:cubicBezTo>
                  <a:cubicBezTo>
                    <a:pt x="16773" y="274"/>
                    <a:pt x="15586" y="268"/>
                    <a:pt x="14402" y="256"/>
                  </a:cubicBezTo>
                  <a:cubicBezTo>
                    <a:pt x="12033" y="244"/>
                    <a:pt x="9653" y="207"/>
                    <a:pt x="7285" y="147"/>
                  </a:cubicBezTo>
                  <a:cubicBezTo>
                    <a:pt x="5314" y="107"/>
                    <a:pt x="3335" y="1"/>
                    <a:pt x="1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7593153" y="1355810"/>
              <a:ext cx="1677605" cy="75346"/>
            </a:xfrm>
            <a:custGeom>
              <a:avLst/>
              <a:gdLst/>
              <a:ahLst/>
              <a:cxnLst/>
              <a:rect l="l" t="t" r="r" b="b"/>
              <a:pathLst>
                <a:path w="34393" h="1153" extrusionOk="0">
                  <a:moveTo>
                    <a:pt x="3647" y="1"/>
                  </a:moveTo>
                  <a:cubicBezTo>
                    <a:pt x="2499" y="1"/>
                    <a:pt x="1350" y="15"/>
                    <a:pt x="205" y="64"/>
                  </a:cubicBezTo>
                  <a:cubicBezTo>
                    <a:pt x="12" y="76"/>
                    <a:pt x="0" y="377"/>
                    <a:pt x="205" y="377"/>
                  </a:cubicBezTo>
                  <a:cubicBezTo>
                    <a:pt x="4604" y="521"/>
                    <a:pt x="9016" y="425"/>
                    <a:pt x="13404" y="497"/>
                  </a:cubicBezTo>
                  <a:cubicBezTo>
                    <a:pt x="17804" y="557"/>
                    <a:pt x="22203" y="665"/>
                    <a:pt x="26603" y="834"/>
                  </a:cubicBezTo>
                  <a:cubicBezTo>
                    <a:pt x="27865" y="882"/>
                    <a:pt x="29127" y="942"/>
                    <a:pt x="30389" y="1002"/>
                  </a:cubicBezTo>
                  <a:cubicBezTo>
                    <a:pt x="31482" y="1054"/>
                    <a:pt x="32592" y="1153"/>
                    <a:pt x="33697" y="1153"/>
                  </a:cubicBezTo>
                  <a:cubicBezTo>
                    <a:pt x="33857" y="1153"/>
                    <a:pt x="34016" y="1151"/>
                    <a:pt x="34176" y="1146"/>
                  </a:cubicBezTo>
                  <a:cubicBezTo>
                    <a:pt x="34392" y="1146"/>
                    <a:pt x="34380" y="846"/>
                    <a:pt x="34176" y="821"/>
                  </a:cubicBezTo>
                  <a:cubicBezTo>
                    <a:pt x="31976" y="557"/>
                    <a:pt x="29728" y="581"/>
                    <a:pt x="27516" y="497"/>
                  </a:cubicBezTo>
                  <a:cubicBezTo>
                    <a:pt x="25341" y="413"/>
                    <a:pt x="23165" y="353"/>
                    <a:pt x="20977" y="293"/>
                  </a:cubicBezTo>
                  <a:cubicBezTo>
                    <a:pt x="16589" y="160"/>
                    <a:pt x="12190" y="64"/>
                    <a:pt x="7790" y="28"/>
                  </a:cubicBezTo>
                  <a:cubicBezTo>
                    <a:pt x="6411" y="22"/>
                    <a:pt x="5029" y="1"/>
                    <a:pt x="3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442" name="Google Shape;442;p19"/>
          <p:cNvGrpSpPr/>
          <p:nvPr/>
        </p:nvGrpSpPr>
        <p:grpSpPr>
          <a:xfrm>
            <a:off x="-55466" y="3788325"/>
            <a:ext cx="2856823" cy="797398"/>
            <a:chOff x="7591590" y="960853"/>
            <a:chExt cx="2093831" cy="470303"/>
          </a:xfrm>
        </p:grpSpPr>
        <p:sp>
          <p:nvSpPr>
            <p:cNvPr id="443" name="Google Shape;443;p19"/>
            <p:cNvSpPr/>
            <p:nvPr/>
          </p:nvSpPr>
          <p:spPr>
            <a:xfrm>
              <a:off x="7592375" y="960853"/>
              <a:ext cx="1686346" cy="32803"/>
            </a:xfrm>
            <a:custGeom>
              <a:avLst/>
              <a:gdLst/>
              <a:ahLst/>
              <a:cxnLst/>
              <a:rect l="l" t="t" r="r" b="b"/>
              <a:pathLst>
                <a:path w="7826" h="502" extrusionOk="0">
                  <a:moveTo>
                    <a:pt x="780" y="1"/>
                  </a:moveTo>
                  <a:cubicBezTo>
                    <a:pt x="596" y="1"/>
                    <a:pt x="412" y="4"/>
                    <a:pt x="229" y="14"/>
                  </a:cubicBezTo>
                  <a:cubicBezTo>
                    <a:pt x="60" y="26"/>
                    <a:pt x="0" y="290"/>
                    <a:pt x="181" y="326"/>
                  </a:cubicBezTo>
                  <a:cubicBezTo>
                    <a:pt x="953" y="476"/>
                    <a:pt x="1755" y="502"/>
                    <a:pt x="2552" y="502"/>
                  </a:cubicBezTo>
                  <a:cubicBezTo>
                    <a:pt x="2971" y="502"/>
                    <a:pt x="3389" y="494"/>
                    <a:pt x="3799" y="494"/>
                  </a:cubicBezTo>
                  <a:cubicBezTo>
                    <a:pt x="5061" y="494"/>
                    <a:pt x="6335" y="482"/>
                    <a:pt x="7598" y="374"/>
                  </a:cubicBezTo>
                  <a:cubicBezTo>
                    <a:pt x="7810" y="351"/>
                    <a:pt x="7826" y="25"/>
                    <a:pt x="7609" y="25"/>
                  </a:cubicBezTo>
                  <a:cubicBezTo>
                    <a:pt x="7606" y="25"/>
                    <a:pt x="7602" y="25"/>
                    <a:pt x="7598" y="26"/>
                  </a:cubicBezTo>
                  <a:cubicBezTo>
                    <a:pt x="6478" y="80"/>
                    <a:pt x="5359" y="135"/>
                    <a:pt x="4231" y="135"/>
                  </a:cubicBezTo>
                  <a:cubicBezTo>
                    <a:pt x="4123" y="135"/>
                    <a:pt x="4015" y="135"/>
                    <a:pt x="3907" y="134"/>
                  </a:cubicBezTo>
                  <a:cubicBezTo>
                    <a:pt x="2876" y="124"/>
                    <a:pt x="1819" y="1"/>
                    <a:pt x="7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7591590" y="1037557"/>
              <a:ext cx="2093831" cy="51631"/>
            </a:xfrm>
            <a:custGeom>
              <a:avLst/>
              <a:gdLst/>
              <a:ahLst/>
              <a:cxnLst/>
              <a:rect l="l" t="t" r="r" b="b"/>
              <a:pathLst>
                <a:path w="15953" h="747" extrusionOk="0">
                  <a:moveTo>
                    <a:pt x="14696" y="0"/>
                  </a:moveTo>
                  <a:cubicBezTo>
                    <a:pt x="13740" y="0"/>
                    <a:pt x="12771" y="77"/>
                    <a:pt x="11829" y="95"/>
                  </a:cubicBezTo>
                  <a:cubicBezTo>
                    <a:pt x="10507" y="119"/>
                    <a:pt x="9172" y="155"/>
                    <a:pt x="7850" y="179"/>
                  </a:cubicBezTo>
                  <a:cubicBezTo>
                    <a:pt x="6564" y="191"/>
                    <a:pt x="5278" y="215"/>
                    <a:pt x="3991" y="227"/>
                  </a:cubicBezTo>
                  <a:cubicBezTo>
                    <a:pt x="3882" y="228"/>
                    <a:pt x="3773" y="228"/>
                    <a:pt x="3664" y="228"/>
                  </a:cubicBezTo>
                  <a:cubicBezTo>
                    <a:pt x="3250" y="228"/>
                    <a:pt x="2833" y="223"/>
                    <a:pt x="2417" y="223"/>
                  </a:cubicBezTo>
                  <a:cubicBezTo>
                    <a:pt x="1671" y="223"/>
                    <a:pt x="926" y="242"/>
                    <a:pt x="193" y="347"/>
                  </a:cubicBezTo>
                  <a:cubicBezTo>
                    <a:pt x="0" y="371"/>
                    <a:pt x="85" y="624"/>
                    <a:pt x="229" y="648"/>
                  </a:cubicBezTo>
                  <a:cubicBezTo>
                    <a:pt x="807" y="724"/>
                    <a:pt x="1396" y="746"/>
                    <a:pt x="1985" y="746"/>
                  </a:cubicBezTo>
                  <a:cubicBezTo>
                    <a:pt x="2694" y="746"/>
                    <a:pt x="3404" y="714"/>
                    <a:pt x="4100" y="708"/>
                  </a:cubicBezTo>
                  <a:cubicBezTo>
                    <a:pt x="5386" y="684"/>
                    <a:pt x="6672" y="672"/>
                    <a:pt x="7970" y="648"/>
                  </a:cubicBezTo>
                  <a:cubicBezTo>
                    <a:pt x="9220" y="624"/>
                    <a:pt x="10471" y="600"/>
                    <a:pt x="11721" y="576"/>
                  </a:cubicBezTo>
                  <a:cubicBezTo>
                    <a:pt x="13031" y="540"/>
                    <a:pt x="14390" y="600"/>
                    <a:pt x="15700" y="419"/>
                  </a:cubicBezTo>
                  <a:cubicBezTo>
                    <a:pt x="15940" y="395"/>
                    <a:pt x="15952" y="59"/>
                    <a:pt x="15700" y="35"/>
                  </a:cubicBezTo>
                  <a:cubicBezTo>
                    <a:pt x="15368" y="10"/>
                    <a:pt x="15033" y="0"/>
                    <a:pt x="14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7592562" y="1151009"/>
              <a:ext cx="1520439" cy="47377"/>
            </a:xfrm>
            <a:custGeom>
              <a:avLst/>
              <a:gdLst/>
              <a:ahLst/>
              <a:cxnLst/>
              <a:rect l="l" t="t" r="r" b="b"/>
              <a:pathLst>
                <a:path w="23114" h="725" extrusionOk="0">
                  <a:moveTo>
                    <a:pt x="215" y="0"/>
                  </a:moveTo>
                  <a:cubicBezTo>
                    <a:pt x="44" y="0"/>
                    <a:pt x="1" y="290"/>
                    <a:pt x="178" y="325"/>
                  </a:cubicBezTo>
                  <a:cubicBezTo>
                    <a:pt x="1419" y="578"/>
                    <a:pt x="2707" y="630"/>
                    <a:pt x="3985" y="630"/>
                  </a:cubicBezTo>
                  <a:cubicBezTo>
                    <a:pt x="4526" y="630"/>
                    <a:pt x="5066" y="621"/>
                    <a:pt x="5599" y="614"/>
                  </a:cubicBezTo>
                  <a:cubicBezTo>
                    <a:pt x="7523" y="578"/>
                    <a:pt x="9446" y="505"/>
                    <a:pt x="11381" y="493"/>
                  </a:cubicBezTo>
                  <a:cubicBezTo>
                    <a:pt x="11830" y="491"/>
                    <a:pt x="12278" y="489"/>
                    <a:pt x="12726" y="489"/>
                  </a:cubicBezTo>
                  <a:cubicBezTo>
                    <a:pt x="14177" y="489"/>
                    <a:pt x="15628" y="505"/>
                    <a:pt x="17079" y="542"/>
                  </a:cubicBezTo>
                  <a:cubicBezTo>
                    <a:pt x="18886" y="575"/>
                    <a:pt x="20704" y="724"/>
                    <a:pt x="22513" y="724"/>
                  </a:cubicBezTo>
                  <a:cubicBezTo>
                    <a:pt x="22641" y="724"/>
                    <a:pt x="22769" y="723"/>
                    <a:pt x="22897" y="722"/>
                  </a:cubicBezTo>
                  <a:cubicBezTo>
                    <a:pt x="23114" y="722"/>
                    <a:pt x="23102" y="421"/>
                    <a:pt x="22897" y="397"/>
                  </a:cubicBezTo>
                  <a:cubicBezTo>
                    <a:pt x="21010" y="181"/>
                    <a:pt x="19087" y="193"/>
                    <a:pt x="17199" y="157"/>
                  </a:cubicBezTo>
                  <a:cubicBezTo>
                    <a:pt x="15748" y="120"/>
                    <a:pt x="14291" y="104"/>
                    <a:pt x="12836" y="104"/>
                  </a:cubicBezTo>
                  <a:cubicBezTo>
                    <a:pt x="12387" y="104"/>
                    <a:pt x="11938" y="106"/>
                    <a:pt x="11489" y="109"/>
                  </a:cubicBezTo>
                  <a:cubicBezTo>
                    <a:pt x="9602" y="121"/>
                    <a:pt x="7715" y="181"/>
                    <a:pt x="5816" y="217"/>
                  </a:cubicBezTo>
                  <a:cubicBezTo>
                    <a:pt x="5510" y="225"/>
                    <a:pt x="5205" y="228"/>
                    <a:pt x="4900" y="228"/>
                  </a:cubicBezTo>
                  <a:cubicBezTo>
                    <a:pt x="3336" y="228"/>
                    <a:pt x="1785" y="131"/>
                    <a:pt x="226" y="1"/>
                  </a:cubicBezTo>
                  <a:cubicBezTo>
                    <a:pt x="222" y="0"/>
                    <a:pt x="219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7593943" y="1246676"/>
              <a:ext cx="1898608" cy="45547"/>
            </a:xfrm>
            <a:custGeom>
              <a:avLst/>
              <a:gdLst/>
              <a:ahLst/>
              <a:cxnLst/>
              <a:rect l="l" t="t" r="r" b="b"/>
              <a:pathLst>
                <a:path w="28863" h="697" extrusionOk="0">
                  <a:moveTo>
                    <a:pt x="1361" y="1"/>
                  </a:moveTo>
                  <a:cubicBezTo>
                    <a:pt x="964" y="1"/>
                    <a:pt x="566" y="5"/>
                    <a:pt x="169" y="15"/>
                  </a:cubicBezTo>
                  <a:cubicBezTo>
                    <a:pt x="0" y="27"/>
                    <a:pt x="12" y="256"/>
                    <a:pt x="169" y="280"/>
                  </a:cubicBezTo>
                  <a:cubicBezTo>
                    <a:pt x="2525" y="520"/>
                    <a:pt x="4917" y="520"/>
                    <a:pt x="7285" y="568"/>
                  </a:cubicBezTo>
                  <a:cubicBezTo>
                    <a:pt x="9653" y="628"/>
                    <a:pt x="12033" y="664"/>
                    <a:pt x="14402" y="676"/>
                  </a:cubicBezTo>
                  <a:cubicBezTo>
                    <a:pt x="15789" y="690"/>
                    <a:pt x="17180" y="696"/>
                    <a:pt x="18571" y="696"/>
                  </a:cubicBezTo>
                  <a:cubicBezTo>
                    <a:pt x="19554" y="696"/>
                    <a:pt x="20537" y="693"/>
                    <a:pt x="21518" y="688"/>
                  </a:cubicBezTo>
                  <a:cubicBezTo>
                    <a:pt x="21786" y="686"/>
                    <a:pt x="22056" y="685"/>
                    <a:pt x="22325" y="685"/>
                  </a:cubicBezTo>
                  <a:cubicBezTo>
                    <a:pt x="23122" y="685"/>
                    <a:pt x="23923" y="693"/>
                    <a:pt x="24725" y="693"/>
                  </a:cubicBezTo>
                  <a:cubicBezTo>
                    <a:pt x="26035" y="693"/>
                    <a:pt x="27346" y="670"/>
                    <a:pt x="28634" y="544"/>
                  </a:cubicBezTo>
                  <a:cubicBezTo>
                    <a:pt x="28863" y="520"/>
                    <a:pt x="28863" y="195"/>
                    <a:pt x="28634" y="183"/>
                  </a:cubicBezTo>
                  <a:cubicBezTo>
                    <a:pt x="28050" y="154"/>
                    <a:pt x="27464" y="142"/>
                    <a:pt x="26876" y="142"/>
                  </a:cubicBezTo>
                  <a:cubicBezTo>
                    <a:pt x="25093" y="142"/>
                    <a:pt x="23299" y="247"/>
                    <a:pt x="21518" y="256"/>
                  </a:cubicBezTo>
                  <a:cubicBezTo>
                    <a:pt x="20334" y="268"/>
                    <a:pt x="19147" y="274"/>
                    <a:pt x="17960" y="274"/>
                  </a:cubicBezTo>
                  <a:cubicBezTo>
                    <a:pt x="16773" y="274"/>
                    <a:pt x="15586" y="268"/>
                    <a:pt x="14402" y="256"/>
                  </a:cubicBezTo>
                  <a:cubicBezTo>
                    <a:pt x="12033" y="244"/>
                    <a:pt x="9653" y="207"/>
                    <a:pt x="7285" y="147"/>
                  </a:cubicBezTo>
                  <a:cubicBezTo>
                    <a:pt x="5314" y="107"/>
                    <a:pt x="3335" y="1"/>
                    <a:pt x="1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7593153" y="1355810"/>
              <a:ext cx="1677605" cy="75346"/>
            </a:xfrm>
            <a:custGeom>
              <a:avLst/>
              <a:gdLst/>
              <a:ahLst/>
              <a:cxnLst/>
              <a:rect l="l" t="t" r="r" b="b"/>
              <a:pathLst>
                <a:path w="34393" h="1153" extrusionOk="0">
                  <a:moveTo>
                    <a:pt x="3647" y="1"/>
                  </a:moveTo>
                  <a:cubicBezTo>
                    <a:pt x="2499" y="1"/>
                    <a:pt x="1350" y="15"/>
                    <a:pt x="205" y="64"/>
                  </a:cubicBezTo>
                  <a:cubicBezTo>
                    <a:pt x="12" y="76"/>
                    <a:pt x="0" y="377"/>
                    <a:pt x="205" y="377"/>
                  </a:cubicBezTo>
                  <a:cubicBezTo>
                    <a:pt x="4604" y="521"/>
                    <a:pt x="9016" y="425"/>
                    <a:pt x="13404" y="497"/>
                  </a:cubicBezTo>
                  <a:cubicBezTo>
                    <a:pt x="17804" y="557"/>
                    <a:pt x="22203" y="665"/>
                    <a:pt x="26603" y="834"/>
                  </a:cubicBezTo>
                  <a:cubicBezTo>
                    <a:pt x="27865" y="882"/>
                    <a:pt x="29127" y="942"/>
                    <a:pt x="30389" y="1002"/>
                  </a:cubicBezTo>
                  <a:cubicBezTo>
                    <a:pt x="31482" y="1054"/>
                    <a:pt x="32592" y="1153"/>
                    <a:pt x="33697" y="1153"/>
                  </a:cubicBezTo>
                  <a:cubicBezTo>
                    <a:pt x="33857" y="1153"/>
                    <a:pt x="34016" y="1151"/>
                    <a:pt x="34176" y="1146"/>
                  </a:cubicBezTo>
                  <a:cubicBezTo>
                    <a:pt x="34392" y="1146"/>
                    <a:pt x="34380" y="846"/>
                    <a:pt x="34176" y="821"/>
                  </a:cubicBezTo>
                  <a:cubicBezTo>
                    <a:pt x="31976" y="557"/>
                    <a:pt x="29728" y="581"/>
                    <a:pt x="27516" y="497"/>
                  </a:cubicBezTo>
                  <a:cubicBezTo>
                    <a:pt x="25341" y="413"/>
                    <a:pt x="23165" y="353"/>
                    <a:pt x="20977" y="293"/>
                  </a:cubicBezTo>
                  <a:cubicBezTo>
                    <a:pt x="16589" y="160"/>
                    <a:pt x="12190" y="64"/>
                    <a:pt x="7790" y="28"/>
                  </a:cubicBezTo>
                  <a:cubicBezTo>
                    <a:pt x="6411" y="22"/>
                    <a:pt x="5029" y="1"/>
                    <a:pt x="3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2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825" y="-19325"/>
            <a:ext cx="9165672" cy="518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425" y="-39345"/>
            <a:ext cx="9174869" cy="5187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70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Gloria Hallelujah"/>
              <a:buNone/>
              <a:defRPr sz="3500">
                <a:solidFill>
                  <a:schemeClr val="accent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9" r:id="rId5"/>
    <p:sldLayoutId id="2147483660" r:id="rId6"/>
    <p:sldLayoutId id="2147483665" r:id="rId7"/>
    <p:sldLayoutId id="2147483667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 txBox="1">
            <a:spLocks noGrp="1"/>
          </p:cNvSpPr>
          <p:nvPr>
            <p:ph type="subTitle" idx="1"/>
          </p:nvPr>
        </p:nvSpPr>
        <p:spPr>
          <a:xfrm flipH="1">
            <a:off x="3326150" y="3427650"/>
            <a:ext cx="24963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/>
              <a:t>Han Le</a:t>
            </a:r>
            <a:endParaRPr sz="2000" dirty="0"/>
          </a:p>
        </p:txBody>
      </p:sp>
      <p:sp>
        <p:nvSpPr>
          <p:cNvPr id="497" name="Google Shape;497;p29"/>
          <p:cNvSpPr txBox="1">
            <a:spLocks noGrp="1"/>
          </p:cNvSpPr>
          <p:nvPr>
            <p:ph type="ctrTitle"/>
          </p:nvPr>
        </p:nvSpPr>
        <p:spPr>
          <a:xfrm flipH="1">
            <a:off x="2629743" y="1514975"/>
            <a:ext cx="3884514" cy="17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3800" dirty="0"/>
              <a:t>MC311 Requests Pattern Analysis</a:t>
            </a:r>
            <a:endParaRPr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2"/>
          <p:cNvSpPr txBox="1">
            <a:spLocks noGrp="1"/>
          </p:cNvSpPr>
          <p:nvPr>
            <p:ph type="title"/>
          </p:nvPr>
        </p:nvSpPr>
        <p:spPr>
          <a:xfrm>
            <a:off x="2626375" y="1826275"/>
            <a:ext cx="3891300" cy="17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What is MC311?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title"/>
          </p:nvPr>
        </p:nvSpPr>
        <p:spPr>
          <a:xfrm>
            <a:off x="615900" y="445025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Ingestion + Wrangling</a:t>
            </a:r>
            <a:endParaRPr dirty="0"/>
          </a:p>
        </p:txBody>
      </p: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EB7C7B4A-72AB-796D-4F5B-F1FD38084B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15900" y="1017725"/>
            <a:ext cx="5470346" cy="3548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sz="2500" dirty="0"/>
              <a:t>Tools: 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500" dirty="0"/>
              <a:t>Python (Google </a:t>
            </a:r>
            <a:r>
              <a:rPr lang="en-US" sz="1500" dirty="0" err="1"/>
              <a:t>Colab</a:t>
            </a:r>
            <a:r>
              <a:rPr lang="en-US" sz="1500" dirty="0"/>
              <a:t>)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endParaRPr lang="en-US" sz="500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sz="2500" dirty="0"/>
              <a:t>MC311 Requests Dataset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500" dirty="0"/>
              <a:t>Source: </a:t>
            </a:r>
            <a:r>
              <a:rPr lang="en-US" sz="1500" dirty="0" err="1"/>
              <a:t>datamontgomery</a:t>
            </a:r>
            <a:endParaRPr lang="en-US" sz="1500" dirty="0"/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500" dirty="0"/>
              <a:t>Filtered to January 2025 to April 2026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500" dirty="0"/>
              <a:t>Filtered to 3 service areas and 5 ZIP codes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500" dirty="0"/>
              <a:t>Created `</a:t>
            </a:r>
            <a:r>
              <a:rPr lang="en-US" sz="1500" dirty="0" err="1"/>
              <a:t>response_time</a:t>
            </a:r>
            <a:r>
              <a:rPr lang="en-US" sz="1500" dirty="0"/>
              <a:t>`, `</a:t>
            </a:r>
            <a:r>
              <a:rPr lang="en-US" sz="1500" dirty="0" err="1"/>
              <a:t>day_of_week</a:t>
            </a:r>
            <a:r>
              <a:rPr lang="en-US" sz="1500" dirty="0"/>
              <a:t>`, `month`, and `season` variables</a:t>
            </a:r>
          </a:p>
        </p:txBody>
      </p:sp>
      <p:pic>
        <p:nvPicPr>
          <p:cNvPr id="1026" name="Picture 2" descr="Montgomery County, Maryland - Government">
            <a:extLst>
              <a:ext uri="{FF2B5EF4-FFF2-40B4-BE49-F238E27FC236}">
                <a16:creationId xmlns:a16="http://schemas.microsoft.com/office/drawing/2014/main" id="{CFC1447B-4588-0D1E-6DB6-8E3B7865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365" y="2571750"/>
            <a:ext cx="1881377" cy="187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7ED03A4B-5BDA-6B8F-3396-C300132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081D747F-D690-5670-FCB9-8670F4AB8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00" y="401134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Ingestion + Wrangling</a:t>
            </a:r>
            <a:endParaRPr dirty="0"/>
          </a:p>
        </p:txBody>
      </p: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F9C1103A-D927-F3D2-6B4B-99F77ADF18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15900" y="1106274"/>
            <a:ext cx="7306462" cy="3548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sz="2200" b="1" dirty="0"/>
              <a:t>Maryland Weather Dataset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700" dirty="0"/>
              <a:t>Source: National Oceanic and Atmospheric Administration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700" dirty="0"/>
              <a:t>Created `</a:t>
            </a:r>
            <a:r>
              <a:rPr lang="en-US" sz="1700" dirty="0" err="1"/>
              <a:t>avg_temp</a:t>
            </a:r>
            <a:r>
              <a:rPr lang="en-US" sz="1700" dirty="0"/>
              <a:t>` variable</a:t>
            </a:r>
            <a:endParaRPr lang="en-US" sz="500" dirty="0"/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endParaRPr lang="en-US" sz="500" dirty="0"/>
          </a:p>
          <a:p>
            <a:pPr marL="342900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2200" b="1" dirty="0"/>
              <a:t>ZIP Code Tabulation Areas Dataset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700" dirty="0"/>
              <a:t>Source: Maryland.gov</a:t>
            </a:r>
            <a:endParaRPr lang="en-US" sz="500" dirty="0"/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endParaRPr lang="en-US" sz="500" dirty="0"/>
          </a:p>
          <a:p>
            <a:pPr marL="342900" lvl="0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2200" b="1" dirty="0"/>
              <a:t>Maryland Median Income Dataset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r>
              <a:rPr lang="en-US" sz="1700" dirty="0"/>
              <a:t>Source: Data Commons</a:t>
            </a:r>
          </a:p>
          <a:p>
            <a:pPr marL="800100" lvl="1" indent="-342900" algn="l">
              <a:lnSpc>
                <a:spcPct val="150000"/>
              </a:lnSpc>
              <a:buSzPts val="1100"/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3949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607863" y="431217"/>
            <a:ext cx="7795800" cy="7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Basic Descriptive Statistics</a:t>
            </a:r>
            <a:endParaRPr dirty="0"/>
          </a:p>
        </p:txBody>
      </p:sp>
      <p:sp>
        <p:nvSpPr>
          <p:cNvPr id="576" name="Google Shape;576;p36"/>
          <p:cNvSpPr txBox="1"/>
          <p:nvPr/>
        </p:nvSpPr>
        <p:spPr>
          <a:xfrm flipH="1">
            <a:off x="703200" y="1162016"/>
            <a:ext cx="7737600" cy="3680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Merged all datasets together by either date or ZIP Code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dataset contains: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10,000+ service requests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 areas and their respective detailed topics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Response time and SLA variables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Demographic and income statistics across 5 ZIP codes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Max, min, and average temperature every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/>
          <p:cNvSpPr txBox="1">
            <a:spLocks noGrp="1"/>
          </p:cNvSpPr>
          <p:nvPr>
            <p:ph type="title" idx="6"/>
          </p:nvPr>
        </p:nvSpPr>
        <p:spPr>
          <a:xfrm>
            <a:off x="607863" y="431217"/>
            <a:ext cx="7795800" cy="7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</a:t>
            </a:r>
            <a:endParaRPr dirty="0"/>
          </a:p>
        </p:txBody>
      </p:sp>
      <p:sp>
        <p:nvSpPr>
          <p:cNvPr id="537" name="Google Shape;537;p33"/>
          <p:cNvSpPr txBox="1">
            <a:spLocks noGrp="1"/>
          </p:cNvSpPr>
          <p:nvPr>
            <p:ph type="title"/>
          </p:nvPr>
        </p:nvSpPr>
        <p:spPr>
          <a:xfrm>
            <a:off x="1209704" y="1576256"/>
            <a:ext cx="14826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-01-</a:t>
            </a:r>
            <a:endParaRPr sz="4000" b="1" dirty="0"/>
          </a:p>
        </p:txBody>
      </p:sp>
      <p:sp>
        <p:nvSpPr>
          <p:cNvPr id="538" name="Google Shape;538;p33"/>
          <p:cNvSpPr txBox="1">
            <a:spLocks noGrp="1"/>
          </p:cNvSpPr>
          <p:nvPr>
            <p:ph type="subTitle" idx="1"/>
          </p:nvPr>
        </p:nvSpPr>
        <p:spPr>
          <a:xfrm flipH="1">
            <a:off x="3670754" y="2541595"/>
            <a:ext cx="16224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Test if factors in dataset can predict service outcomes</a:t>
            </a:r>
          </a:p>
          <a:p>
            <a:pPr marL="0" lvl="0" indent="0"/>
            <a:r>
              <a:rPr lang="en-US" sz="1800" dirty="0"/>
              <a:t>/efficiency</a:t>
            </a:r>
            <a:endParaRPr sz="1800" dirty="0"/>
          </a:p>
        </p:txBody>
      </p:sp>
      <p:sp>
        <p:nvSpPr>
          <p:cNvPr id="539" name="Google Shape;539;p33"/>
          <p:cNvSpPr txBox="1">
            <a:spLocks noGrp="1"/>
          </p:cNvSpPr>
          <p:nvPr>
            <p:ph type="subTitle" idx="2"/>
          </p:nvPr>
        </p:nvSpPr>
        <p:spPr>
          <a:xfrm flipH="1">
            <a:off x="6269479" y="2541595"/>
            <a:ext cx="16224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Identify any other trends</a:t>
            </a:r>
            <a:endParaRPr sz="1800" dirty="0"/>
          </a:p>
        </p:txBody>
      </p:sp>
      <p:sp>
        <p:nvSpPr>
          <p:cNvPr id="540" name="Google Shape;540;p33"/>
          <p:cNvSpPr txBox="1">
            <a:spLocks noGrp="1"/>
          </p:cNvSpPr>
          <p:nvPr>
            <p:ph type="subTitle" idx="3"/>
          </p:nvPr>
        </p:nvSpPr>
        <p:spPr>
          <a:xfrm flipH="1">
            <a:off x="1085288" y="2541595"/>
            <a:ext cx="1725773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Explore how weather, location, and demographics may influence service patterns</a:t>
            </a:r>
            <a:endParaRPr sz="1800" dirty="0"/>
          </a:p>
        </p:txBody>
      </p:sp>
      <p:sp>
        <p:nvSpPr>
          <p:cNvPr id="541" name="Google Shape;541;p33"/>
          <p:cNvSpPr txBox="1">
            <a:spLocks noGrp="1"/>
          </p:cNvSpPr>
          <p:nvPr>
            <p:ph type="title" idx="4"/>
          </p:nvPr>
        </p:nvSpPr>
        <p:spPr>
          <a:xfrm>
            <a:off x="3776604" y="1576256"/>
            <a:ext cx="15063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-02-</a:t>
            </a:r>
            <a:endParaRPr sz="4000" b="1"/>
          </a:p>
        </p:txBody>
      </p:sp>
      <p:sp>
        <p:nvSpPr>
          <p:cNvPr id="542" name="Google Shape;542;p33"/>
          <p:cNvSpPr txBox="1">
            <a:spLocks noGrp="1"/>
          </p:cNvSpPr>
          <p:nvPr>
            <p:ph type="title" idx="5"/>
          </p:nvPr>
        </p:nvSpPr>
        <p:spPr>
          <a:xfrm>
            <a:off x="6377479" y="1576256"/>
            <a:ext cx="1502100" cy="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-03-</a:t>
            </a:r>
            <a:endParaRPr sz="4000" b="1"/>
          </a:p>
        </p:txBody>
      </p:sp>
      <p:grpSp>
        <p:nvGrpSpPr>
          <p:cNvPr id="543" name="Google Shape;543;p33"/>
          <p:cNvGrpSpPr/>
          <p:nvPr/>
        </p:nvGrpSpPr>
        <p:grpSpPr>
          <a:xfrm>
            <a:off x="6371825" y="2224081"/>
            <a:ext cx="1507754" cy="151855"/>
            <a:chOff x="5953575" y="2624425"/>
            <a:chExt cx="1507754" cy="151855"/>
          </a:xfrm>
        </p:grpSpPr>
        <p:sp>
          <p:nvSpPr>
            <p:cNvPr id="544" name="Google Shape;544;p33"/>
            <p:cNvSpPr/>
            <p:nvPr/>
          </p:nvSpPr>
          <p:spPr>
            <a:xfrm rot="10800000">
              <a:off x="5955466" y="2724025"/>
              <a:ext cx="1402681" cy="52254"/>
            </a:xfrm>
            <a:custGeom>
              <a:avLst/>
              <a:gdLst/>
              <a:ahLst/>
              <a:cxnLst/>
              <a:rect l="l" t="t" r="r" b="b"/>
              <a:pathLst>
                <a:path w="5193" h="332" extrusionOk="0">
                  <a:moveTo>
                    <a:pt x="5039" y="0"/>
                  </a:moveTo>
                  <a:cubicBezTo>
                    <a:pt x="5037" y="0"/>
                    <a:pt x="5035" y="0"/>
                    <a:pt x="5033" y="0"/>
                  </a:cubicBezTo>
                  <a:cubicBezTo>
                    <a:pt x="3381" y="97"/>
                    <a:pt x="1729" y="91"/>
                    <a:pt x="70" y="118"/>
                  </a:cubicBezTo>
                  <a:cubicBezTo>
                    <a:pt x="0" y="125"/>
                    <a:pt x="0" y="229"/>
                    <a:pt x="70" y="236"/>
                  </a:cubicBezTo>
                  <a:cubicBezTo>
                    <a:pt x="831" y="304"/>
                    <a:pt x="1603" y="331"/>
                    <a:pt x="2376" y="331"/>
                  </a:cubicBezTo>
                  <a:cubicBezTo>
                    <a:pt x="3266" y="331"/>
                    <a:pt x="4156" y="295"/>
                    <a:pt x="5033" y="243"/>
                  </a:cubicBezTo>
                  <a:cubicBezTo>
                    <a:pt x="5190" y="236"/>
                    <a:pt x="5192" y="0"/>
                    <a:pt x="5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5953575" y="2624425"/>
              <a:ext cx="1507754" cy="53041"/>
            </a:xfrm>
            <a:custGeom>
              <a:avLst/>
              <a:gdLst/>
              <a:ahLst/>
              <a:cxnLst/>
              <a:rect l="l" t="t" r="r" b="b"/>
              <a:pathLst>
                <a:path w="5582" h="337" extrusionOk="0">
                  <a:moveTo>
                    <a:pt x="70" y="0"/>
                  </a:moveTo>
                  <a:cubicBezTo>
                    <a:pt x="0" y="0"/>
                    <a:pt x="0" y="105"/>
                    <a:pt x="70" y="105"/>
                  </a:cubicBezTo>
                  <a:cubicBezTo>
                    <a:pt x="1662" y="259"/>
                    <a:pt x="3261" y="337"/>
                    <a:pt x="4860" y="337"/>
                  </a:cubicBezTo>
                  <a:cubicBezTo>
                    <a:pt x="5052" y="337"/>
                    <a:pt x="5244" y="336"/>
                    <a:pt x="5435" y="334"/>
                  </a:cubicBezTo>
                  <a:cubicBezTo>
                    <a:pt x="5581" y="334"/>
                    <a:pt x="5581" y="105"/>
                    <a:pt x="5435" y="105"/>
                  </a:cubicBezTo>
                  <a:cubicBezTo>
                    <a:pt x="4540" y="91"/>
                    <a:pt x="3645" y="98"/>
                    <a:pt x="2749" y="77"/>
                  </a:cubicBezTo>
                  <a:cubicBezTo>
                    <a:pt x="1854" y="56"/>
                    <a:pt x="965" y="7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</p:grpSp>
      <p:grpSp>
        <p:nvGrpSpPr>
          <p:cNvPr id="546" name="Google Shape;546;p33"/>
          <p:cNvGrpSpPr/>
          <p:nvPr/>
        </p:nvGrpSpPr>
        <p:grpSpPr>
          <a:xfrm>
            <a:off x="3773100" y="2224081"/>
            <a:ext cx="1507754" cy="151855"/>
            <a:chOff x="5953575" y="2624425"/>
            <a:chExt cx="1507754" cy="151855"/>
          </a:xfrm>
        </p:grpSpPr>
        <p:sp>
          <p:nvSpPr>
            <p:cNvPr id="547" name="Google Shape;547;p33"/>
            <p:cNvSpPr/>
            <p:nvPr/>
          </p:nvSpPr>
          <p:spPr>
            <a:xfrm>
              <a:off x="5955466" y="2724025"/>
              <a:ext cx="1402681" cy="52254"/>
            </a:xfrm>
            <a:custGeom>
              <a:avLst/>
              <a:gdLst/>
              <a:ahLst/>
              <a:cxnLst/>
              <a:rect l="l" t="t" r="r" b="b"/>
              <a:pathLst>
                <a:path w="5193" h="332" extrusionOk="0">
                  <a:moveTo>
                    <a:pt x="5039" y="0"/>
                  </a:moveTo>
                  <a:cubicBezTo>
                    <a:pt x="5037" y="0"/>
                    <a:pt x="5035" y="0"/>
                    <a:pt x="5033" y="0"/>
                  </a:cubicBezTo>
                  <a:cubicBezTo>
                    <a:pt x="3381" y="97"/>
                    <a:pt x="1729" y="91"/>
                    <a:pt x="70" y="118"/>
                  </a:cubicBezTo>
                  <a:cubicBezTo>
                    <a:pt x="0" y="125"/>
                    <a:pt x="0" y="229"/>
                    <a:pt x="70" y="236"/>
                  </a:cubicBezTo>
                  <a:cubicBezTo>
                    <a:pt x="831" y="304"/>
                    <a:pt x="1603" y="331"/>
                    <a:pt x="2376" y="331"/>
                  </a:cubicBezTo>
                  <a:cubicBezTo>
                    <a:pt x="3266" y="331"/>
                    <a:pt x="4156" y="295"/>
                    <a:pt x="5033" y="243"/>
                  </a:cubicBezTo>
                  <a:cubicBezTo>
                    <a:pt x="5190" y="236"/>
                    <a:pt x="5192" y="0"/>
                    <a:pt x="5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  <p:sp>
          <p:nvSpPr>
            <p:cNvPr id="548" name="Google Shape;548;p33"/>
            <p:cNvSpPr/>
            <p:nvPr/>
          </p:nvSpPr>
          <p:spPr>
            <a:xfrm rot="10800000">
              <a:off x="5953575" y="2624425"/>
              <a:ext cx="1507754" cy="53041"/>
            </a:xfrm>
            <a:custGeom>
              <a:avLst/>
              <a:gdLst/>
              <a:ahLst/>
              <a:cxnLst/>
              <a:rect l="l" t="t" r="r" b="b"/>
              <a:pathLst>
                <a:path w="5582" h="337" extrusionOk="0">
                  <a:moveTo>
                    <a:pt x="70" y="0"/>
                  </a:moveTo>
                  <a:cubicBezTo>
                    <a:pt x="0" y="0"/>
                    <a:pt x="0" y="105"/>
                    <a:pt x="70" y="105"/>
                  </a:cubicBezTo>
                  <a:cubicBezTo>
                    <a:pt x="1662" y="259"/>
                    <a:pt x="3261" y="337"/>
                    <a:pt x="4860" y="337"/>
                  </a:cubicBezTo>
                  <a:cubicBezTo>
                    <a:pt x="5052" y="337"/>
                    <a:pt x="5244" y="336"/>
                    <a:pt x="5435" y="334"/>
                  </a:cubicBezTo>
                  <a:cubicBezTo>
                    <a:pt x="5581" y="334"/>
                    <a:pt x="5581" y="105"/>
                    <a:pt x="5435" y="105"/>
                  </a:cubicBezTo>
                  <a:cubicBezTo>
                    <a:pt x="4540" y="91"/>
                    <a:pt x="3645" y="98"/>
                    <a:pt x="2749" y="77"/>
                  </a:cubicBezTo>
                  <a:cubicBezTo>
                    <a:pt x="1854" y="56"/>
                    <a:pt x="965" y="7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</p:grpSp>
      <p:grpSp>
        <p:nvGrpSpPr>
          <p:cNvPr id="549" name="Google Shape;549;p33"/>
          <p:cNvGrpSpPr/>
          <p:nvPr/>
        </p:nvGrpSpPr>
        <p:grpSpPr>
          <a:xfrm>
            <a:off x="1194300" y="2224081"/>
            <a:ext cx="1507754" cy="151855"/>
            <a:chOff x="5953575" y="2624425"/>
            <a:chExt cx="1507754" cy="151855"/>
          </a:xfrm>
        </p:grpSpPr>
        <p:sp>
          <p:nvSpPr>
            <p:cNvPr id="550" name="Google Shape;550;p33"/>
            <p:cNvSpPr/>
            <p:nvPr/>
          </p:nvSpPr>
          <p:spPr>
            <a:xfrm rot="10800000">
              <a:off x="5955466" y="2724025"/>
              <a:ext cx="1402681" cy="52254"/>
            </a:xfrm>
            <a:custGeom>
              <a:avLst/>
              <a:gdLst/>
              <a:ahLst/>
              <a:cxnLst/>
              <a:rect l="l" t="t" r="r" b="b"/>
              <a:pathLst>
                <a:path w="5193" h="332" extrusionOk="0">
                  <a:moveTo>
                    <a:pt x="5039" y="0"/>
                  </a:moveTo>
                  <a:cubicBezTo>
                    <a:pt x="5037" y="0"/>
                    <a:pt x="5035" y="0"/>
                    <a:pt x="5033" y="0"/>
                  </a:cubicBezTo>
                  <a:cubicBezTo>
                    <a:pt x="3381" y="97"/>
                    <a:pt x="1729" y="91"/>
                    <a:pt x="70" y="118"/>
                  </a:cubicBezTo>
                  <a:cubicBezTo>
                    <a:pt x="0" y="125"/>
                    <a:pt x="0" y="229"/>
                    <a:pt x="70" y="236"/>
                  </a:cubicBezTo>
                  <a:cubicBezTo>
                    <a:pt x="831" y="304"/>
                    <a:pt x="1603" y="331"/>
                    <a:pt x="2376" y="331"/>
                  </a:cubicBezTo>
                  <a:cubicBezTo>
                    <a:pt x="3266" y="331"/>
                    <a:pt x="4156" y="295"/>
                    <a:pt x="5033" y="243"/>
                  </a:cubicBezTo>
                  <a:cubicBezTo>
                    <a:pt x="5190" y="236"/>
                    <a:pt x="5192" y="0"/>
                    <a:pt x="5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5953575" y="2624425"/>
              <a:ext cx="1507754" cy="53041"/>
            </a:xfrm>
            <a:custGeom>
              <a:avLst/>
              <a:gdLst/>
              <a:ahLst/>
              <a:cxnLst/>
              <a:rect l="l" t="t" r="r" b="b"/>
              <a:pathLst>
                <a:path w="5582" h="337" extrusionOk="0">
                  <a:moveTo>
                    <a:pt x="70" y="0"/>
                  </a:moveTo>
                  <a:cubicBezTo>
                    <a:pt x="0" y="0"/>
                    <a:pt x="0" y="105"/>
                    <a:pt x="70" y="105"/>
                  </a:cubicBezTo>
                  <a:cubicBezTo>
                    <a:pt x="1662" y="259"/>
                    <a:pt x="3261" y="337"/>
                    <a:pt x="4860" y="337"/>
                  </a:cubicBezTo>
                  <a:cubicBezTo>
                    <a:pt x="5052" y="337"/>
                    <a:pt x="5244" y="336"/>
                    <a:pt x="5435" y="334"/>
                  </a:cubicBezTo>
                  <a:cubicBezTo>
                    <a:pt x="5581" y="334"/>
                    <a:pt x="5581" y="105"/>
                    <a:pt x="5435" y="105"/>
                  </a:cubicBezTo>
                  <a:cubicBezTo>
                    <a:pt x="4540" y="91"/>
                    <a:pt x="3645" y="98"/>
                    <a:pt x="2749" y="77"/>
                  </a:cubicBezTo>
                  <a:cubicBezTo>
                    <a:pt x="1854" y="56"/>
                    <a:pt x="965" y="7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97D5EA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F010DCF7-9B64-260A-4D96-D676B739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2">
            <a:extLst>
              <a:ext uri="{FF2B5EF4-FFF2-40B4-BE49-F238E27FC236}">
                <a16:creationId xmlns:a16="http://schemas.microsoft.com/office/drawing/2014/main" id="{1E24ACB4-68D4-CF89-FCFD-9A2E8ABC6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6375" y="1826275"/>
            <a:ext cx="3891300" cy="17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Final Data Product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58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CD179E-F2DD-C345-1481-C7FB666F39F1}"/>
              </a:ext>
            </a:extLst>
          </p:cNvPr>
          <p:cNvSpPr/>
          <p:nvPr/>
        </p:nvSpPr>
        <p:spPr>
          <a:xfrm>
            <a:off x="0" y="267462"/>
            <a:ext cx="9144000" cy="4608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495C344-D508-031C-8FB4-AFFAFD1EB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72" y="1594713"/>
            <a:ext cx="4565237" cy="275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DFEA761-0B2F-9F9A-4602-0B469D9AA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493" y="1558992"/>
            <a:ext cx="4624507" cy="278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40;p33">
            <a:extLst>
              <a:ext uri="{FF2B5EF4-FFF2-40B4-BE49-F238E27FC236}">
                <a16:creationId xmlns:a16="http://schemas.microsoft.com/office/drawing/2014/main" id="{CD219408-AE0D-64F1-D40E-8923959A42D8}"/>
              </a:ext>
            </a:extLst>
          </p:cNvPr>
          <p:cNvSpPr txBox="1">
            <a:spLocks/>
          </p:cNvSpPr>
          <p:nvPr/>
        </p:nvSpPr>
        <p:spPr>
          <a:xfrm flipH="1">
            <a:off x="616444" y="855877"/>
            <a:ext cx="3259941" cy="52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500" b="1" dirty="0">
                <a:solidFill>
                  <a:schemeClr val="bg1"/>
                </a:solidFill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Population by City</a:t>
            </a:r>
          </a:p>
        </p:txBody>
      </p:sp>
      <p:sp>
        <p:nvSpPr>
          <p:cNvPr id="5" name="Google Shape;540;p33">
            <a:extLst>
              <a:ext uri="{FF2B5EF4-FFF2-40B4-BE49-F238E27FC236}">
                <a16:creationId xmlns:a16="http://schemas.microsoft.com/office/drawing/2014/main" id="{D31BA6B8-DE01-595F-8357-B3B3B72A0B1A}"/>
              </a:ext>
            </a:extLst>
          </p:cNvPr>
          <p:cNvSpPr txBox="1">
            <a:spLocks/>
          </p:cNvSpPr>
          <p:nvPr/>
        </p:nvSpPr>
        <p:spPr>
          <a:xfrm flipH="1">
            <a:off x="4877923" y="855877"/>
            <a:ext cx="3767406" cy="52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500" b="1" dirty="0">
                <a:solidFill>
                  <a:schemeClr val="bg1"/>
                </a:solidFill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# of Requests by City</a:t>
            </a:r>
          </a:p>
        </p:txBody>
      </p:sp>
    </p:spTree>
    <p:extLst>
      <p:ext uri="{BB962C8B-B14F-4D97-AF65-F5344CB8AC3E}">
        <p14:creationId xmlns:p14="http://schemas.microsoft.com/office/powerpoint/2010/main" val="353688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44F509ED-2A50-E8F2-1517-CA2BD0AE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0;p33">
            <a:extLst>
              <a:ext uri="{FF2B5EF4-FFF2-40B4-BE49-F238E27FC236}">
                <a16:creationId xmlns:a16="http://schemas.microsoft.com/office/drawing/2014/main" id="{A183F307-D0A0-8AAB-F09C-1135959E6914}"/>
              </a:ext>
            </a:extLst>
          </p:cNvPr>
          <p:cNvSpPr txBox="1">
            <a:spLocks/>
          </p:cNvSpPr>
          <p:nvPr/>
        </p:nvSpPr>
        <p:spPr>
          <a:xfrm flipH="1">
            <a:off x="821940" y="1305326"/>
            <a:ext cx="3259941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Insight 1: Population by City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CAF28-C94A-F685-6543-2485A175F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" y="0"/>
            <a:ext cx="9062172" cy="4184380"/>
          </a:xfrm>
          <a:prstGeom prst="rect">
            <a:avLst/>
          </a:prstGeom>
        </p:spPr>
      </p:pic>
      <p:sp>
        <p:nvSpPr>
          <p:cNvPr id="4" name="Google Shape;540;p33">
            <a:extLst>
              <a:ext uri="{FF2B5EF4-FFF2-40B4-BE49-F238E27FC236}">
                <a16:creationId xmlns:a16="http://schemas.microsoft.com/office/drawing/2014/main" id="{C9E57158-7E83-CB09-5E85-F8FB7E9B7407}"/>
              </a:ext>
            </a:extLst>
          </p:cNvPr>
          <p:cNvSpPr txBox="1">
            <a:spLocks/>
          </p:cNvSpPr>
          <p:nvPr/>
        </p:nvSpPr>
        <p:spPr>
          <a:xfrm flipH="1">
            <a:off x="621792" y="4184380"/>
            <a:ext cx="7900415" cy="47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Requests per Capita (1000 people)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Rockville has disproportionately high request rates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Dominance of Highway Services across cities</a:t>
            </a:r>
          </a:p>
        </p:txBody>
      </p:sp>
    </p:spTree>
    <p:extLst>
      <p:ext uri="{BB962C8B-B14F-4D97-AF65-F5344CB8AC3E}">
        <p14:creationId xmlns:p14="http://schemas.microsoft.com/office/powerpoint/2010/main" val="95816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A5DFB976-0969-6FAA-9232-1864A9D8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0;p33">
            <a:extLst>
              <a:ext uri="{FF2B5EF4-FFF2-40B4-BE49-F238E27FC236}">
                <a16:creationId xmlns:a16="http://schemas.microsoft.com/office/drawing/2014/main" id="{8A20E376-C569-BA2D-0434-2E1B9BE41B74}"/>
              </a:ext>
            </a:extLst>
          </p:cNvPr>
          <p:cNvSpPr txBox="1">
            <a:spLocks/>
          </p:cNvSpPr>
          <p:nvPr/>
        </p:nvSpPr>
        <p:spPr>
          <a:xfrm flipH="1">
            <a:off x="821940" y="1305326"/>
            <a:ext cx="3259941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Insight 1: Population by City</a:t>
            </a:r>
          </a:p>
        </p:txBody>
      </p:sp>
      <p:sp>
        <p:nvSpPr>
          <p:cNvPr id="4" name="Google Shape;540;p33">
            <a:extLst>
              <a:ext uri="{FF2B5EF4-FFF2-40B4-BE49-F238E27FC236}">
                <a16:creationId xmlns:a16="http://schemas.microsoft.com/office/drawing/2014/main" id="{F084D785-9C3C-953F-F56F-EB6487993428}"/>
              </a:ext>
            </a:extLst>
          </p:cNvPr>
          <p:cNvSpPr txBox="1">
            <a:spLocks/>
          </p:cNvSpPr>
          <p:nvPr/>
        </p:nvSpPr>
        <p:spPr>
          <a:xfrm flipH="1">
            <a:off x="621792" y="4495978"/>
            <a:ext cx="7900415" cy="47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Top Requests Topics, Colored by Area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707A5E1-3B86-CEF6-F00F-CE38DD4E2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176"/>
            <a:ext cx="9167065" cy="427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478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DE91-FFEC-7F97-C940-69BF3038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173CEE-210A-C146-DA43-A430C4F3F3AD}"/>
              </a:ext>
            </a:extLst>
          </p:cNvPr>
          <p:cNvSpPr/>
          <p:nvPr/>
        </p:nvSpPr>
        <p:spPr>
          <a:xfrm>
            <a:off x="0" y="267462"/>
            <a:ext cx="9144000" cy="4608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540;p33">
            <a:extLst>
              <a:ext uri="{FF2B5EF4-FFF2-40B4-BE49-F238E27FC236}">
                <a16:creationId xmlns:a16="http://schemas.microsoft.com/office/drawing/2014/main" id="{47887D6E-0CD4-B3B7-1356-3668C89F12A0}"/>
              </a:ext>
            </a:extLst>
          </p:cNvPr>
          <p:cNvSpPr txBox="1">
            <a:spLocks/>
          </p:cNvSpPr>
          <p:nvPr/>
        </p:nvSpPr>
        <p:spPr>
          <a:xfrm flipH="1">
            <a:off x="-84529" y="855877"/>
            <a:ext cx="5045521" cy="52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200" b="1" dirty="0">
                <a:solidFill>
                  <a:schemeClr val="bg1"/>
                </a:solidFill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Requests by Day of the Week</a:t>
            </a:r>
          </a:p>
        </p:txBody>
      </p:sp>
      <p:sp>
        <p:nvSpPr>
          <p:cNvPr id="5" name="Google Shape;540;p33">
            <a:extLst>
              <a:ext uri="{FF2B5EF4-FFF2-40B4-BE49-F238E27FC236}">
                <a16:creationId xmlns:a16="http://schemas.microsoft.com/office/drawing/2014/main" id="{9C77E324-BF38-2994-B98D-6FB712B4BC3A}"/>
              </a:ext>
            </a:extLst>
          </p:cNvPr>
          <p:cNvSpPr txBox="1">
            <a:spLocks/>
          </p:cNvSpPr>
          <p:nvPr/>
        </p:nvSpPr>
        <p:spPr>
          <a:xfrm flipH="1">
            <a:off x="5094048" y="841245"/>
            <a:ext cx="3767406" cy="52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200" b="1" dirty="0">
                <a:solidFill>
                  <a:schemeClr val="bg1"/>
                </a:solidFill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Requests by Month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8EF8B3-820C-B4A1-0D75-341CF2F2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2332"/>
            <a:ext cx="4666056" cy="301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BD76985-BCCA-5FDE-2440-9758C1C0D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84" y="1362332"/>
            <a:ext cx="4393415" cy="305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491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3CCE99EE-2654-75BC-2839-DA3E6097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0;p33">
            <a:extLst>
              <a:ext uri="{FF2B5EF4-FFF2-40B4-BE49-F238E27FC236}">
                <a16:creationId xmlns:a16="http://schemas.microsoft.com/office/drawing/2014/main" id="{2392C092-D20D-6F3A-F4C9-DD324B9E1A5E}"/>
              </a:ext>
            </a:extLst>
          </p:cNvPr>
          <p:cNvSpPr txBox="1">
            <a:spLocks/>
          </p:cNvSpPr>
          <p:nvPr/>
        </p:nvSpPr>
        <p:spPr>
          <a:xfrm flipH="1">
            <a:off x="621793" y="4447140"/>
            <a:ext cx="7900415" cy="47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Requests vs Temperature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643F4-02A3-E40D-6320-81A952440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593"/>
            <a:ext cx="9144000" cy="422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6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872FC4-2023-7B18-0753-CF4A10510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465736"/>
            <a:ext cx="6940865" cy="432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540;p33">
            <a:extLst>
              <a:ext uri="{FF2B5EF4-FFF2-40B4-BE49-F238E27FC236}">
                <a16:creationId xmlns:a16="http://schemas.microsoft.com/office/drawing/2014/main" id="{ABB9105C-3ADA-D947-5DCE-C4DD3B4E018A}"/>
              </a:ext>
            </a:extLst>
          </p:cNvPr>
          <p:cNvSpPr txBox="1">
            <a:spLocks/>
          </p:cNvSpPr>
          <p:nvPr/>
        </p:nvSpPr>
        <p:spPr>
          <a:xfrm flipH="1">
            <a:off x="7044538" y="804672"/>
            <a:ext cx="2026310" cy="3642969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700" b="1" dirty="0"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Average Response Time by City</a:t>
            </a:r>
          </a:p>
          <a:p>
            <a:pPr algn="ctr"/>
            <a:endParaRPr lang="en-US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Chi-Squared test results show that there is a statistically significant association between city and SLA compliance </a:t>
            </a:r>
          </a:p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(p-value &lt; 0.05)</a:t>
            </a:r>
          </a:p>
        </p:txBody>
      </p:sp>
    </p:spTree>
    <p:extLst>
      <p:ext uri="{BB962C8B-B14F-4D97-AF65-F5344CB8AC3E}">
        <p14:creationId xmlns:p14="http://schemas.microsoft.com/office/powerpoint/2010/main" val="50848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33B3FAF1-15A2-EC43-E0B7-97BCFD050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9103"/>
            <a:ext cx="6547444" cy="398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2ACD5B-2CF0-AE90-9122-A30EEA0B7879}"/>
              </a:ext>
            </a:extLst>
          </p:cNvPr>
          <p:cNvSpPr txBox="1"/>
          <p:nvPr/>
        </p:nvSpPr>
        <p:spPr>
          <a:xfrm>
            <a:off x="6642202" y="678924"/>
            <a:ext cx="2428647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SLA Compliance by City</a:t>
            </a:r>
          </a:p>
          <a:p>
            <a:pPr algn="ctr"/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Multiple regression indicators: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SLA Days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Population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 Temperature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Income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Housing Units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Ethnicity</a:t>
            </a:r>
          </a:p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Median Age</a:t>
            </a:r>
          </a:p>
          <a:p>
            <a:pPr algn="ctr"/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R-Squared = 0.126</a:t>
            </a:r>
          </a:p>
        </p:txBody>
      </p:sp>
    </p:spTree>
    <p:extLst>
      <p:ext uri="{BB962C8B-B14F-4D97-AF65-F5344CB8AC3E}">
        <p14:creationId xmlns:p14="http://schemas.microsoft.com/office/powerpoint/2010/main" val="2197174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21B96AEA-C851-4D8B-7F67-A082CB8D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15F0B98-6ABF-9D5B-948E-56EA30530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44" y="163879"/>
            <a:ext cx="8227298" cy="2676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21B09-DB98-4E8B-2E61-E27DBF81F108}"/>
              </a:ext>
            </a:extLst>
          </p:cNvPr>
          <p:cNvSpPr txBox="1"/>
          <p:nvPr/>
        </p:nvSpPr>
        <p:spPr>
          <a:xfrm>
            <a:off x="819301" y="2940709"/>
            <a:ext cx="7227417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chemeClr val="tx1"/>
                </a:solidFill>
                <a:latin typeface="Gloria Hallelujah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Classification Model for SLA Yes/No</a:t>
            </a:r>
            <a:endParaRPr lang="en-US" sz="2000" b="1" dirty="0">
              <a:solidFill>
                <a:schemeClr val="tx1"/>
              </a:solidFill>
              <a:effectLst/>
              <a:latin typeface="Gloria Hallelujah" panose="020B060402020202020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r>
              <a:rPr lang="en-US" sz="17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97% accuracy - </a:t>
            </a:r>
            <a:r>
              <a:rPr lang="en-US" sz="17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</a:t>
            </a:r>
            <a:r>
              <a:rPr lang="en-US" sz="17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ataset is imbalanced</a:t>
            </a:r>
          </a:p>
          <a:p>
            <a:pPr algn="ctr">
              <a:buNone/>
            </a:pPr>
            <a:endParaRPr lang="en-US" sz="17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r>
              <a:rPr lang="en-US" sz="17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Better on for Yes (F1 = 0.98) compared to No (F1 = 0.81).</a:t>
            </a:r>
            <a:endParaRPr lang="en-US" sz="17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endParaRPr lang="en-US" sz="1700" b="0" dirty="0"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r>
              <a:rPr lang="en-US" sz="17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Effective at identifying Yes SLA cases, but with the recall of 0.76, it is less reliable in detecting No SLA cases.</a:t>
            </a:r>
          </a:p>
        </p:txBody>
      </p:sp>
    </p:spTree>
    <p:extLst>
      <p:ext uri="{BB962C8B-B14F-4D97-AF65-F5344CB8AC3E}">
        <p14:creationId xmlns:p14="http://schemas.microsoft.com/office/powerpoint/2010/main" val="4249483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D18B-047B-D5E2-7BBC-2828D6D0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D6337-FC43-1A15-9A80-A152A1728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18" b="10365"/>
          <a:stretch>
            <a:fillRect/>
          </a:stretch>
        </p:blipFill>
        <p:spPr>
          <a:xfrm>
            <a:off x="0" y="1"/>
            <a:ext cx="9144000" cy="2399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8DFFC-E1D3-AD2C-1FEA-DD781518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53" b="592"/>
          <a:stretch>
            <a:fillRect/>
          </a:stretch>
        </p:blipFill>
        <p:spPr>
          <a:xfrm>
            <a:off x="0" y="2495397"/>
            <a:ext cx="9144000" cy="26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18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6ABEF9BD-3EDC-50F4-0515-02313394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4DA446-5792-F883-1063-D9E177EC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043"/>
            <a:ext cx="9144000" cy="28024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DA3E9-F3B5-3B8F-AF8C-6F6515335952}"/>
              </a:ext>
            </a:extLst>
          </p:cNvPr>
          <p:cNvSpPr txBox="1"/>
          <p:nvPr/>
        </p:nvSpPr>
        <p:spPr>
          <a:xfrm>
            <a:off x="205740" y="3051168"/>
            <a:ext cx="8732519" cy="18903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16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Brookeville and Burtonsville has smaller population = less requests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-US" sz="16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eak of unplowed/missed street during January 2025 and peaks of housing complaints.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16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Eastern Silver Spring had the highest peak for unplowed/missed street with a count of 75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16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Rockville had small peaks of street drainage and pothole repair requests </a:t>
            </a:r>
            <a:endParaRPr lang="en-US"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1600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Colesville had small peaks of fallen trees/trees blocking the road</a:t>
            </a:r>
          </a:p>
        </p:txBody>
      </p:sp>
    </p:spTree>
    <p:extLst>
      <p:ext uri="{BB962C8B-B14F-4D97-AF65-F5344CB8AC3E}">
        <p14:creationId xmlns:p14="http://schemas.microsoft.com/office/powerpoint/2010/main" val="4188271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F83E1867-D218-2B04-7597-2C189E96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9C00E-01C3-09A8-CEB9-52856B5108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38" b="6030"/>
          <a:stretch>
            <a:fillRect/>
          </a:stretch>
        </p:blipFill>
        <p:spPr>
          <a:xfrm>
            <a:off x="0" y="914"/>
            <a:ext cx="9144000" cy="2509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255303-A3FB-2315-B165-22E9D11F12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30"/>
          <a:stretch>
            <a:fillRect/>
          </a:stretch>
        </p:blipFill>
        <p:spPr>
          <a:xfrm>
            <a:off x="0" y="2510028"/>
            <a:ext cx="9144000" cy="26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5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6A5EF9D6-1759-063C-CF8A-5B615AE98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8B73F-E1DF-C7A8-2657-938FCFC5A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0"/>
          <a:stretch>
            <a:fillRect/>
          </a:stretch>
        </p:blipFill>
        <p:spPr>
          <a:xfrm>
            <a:off x="0" y="0"/>
            <a:ext cx="9144000" cy="26561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2680E3-6C5A-07E3-7F38-D241923E52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5"/>
          <a:stretch>
            <a:fillRect/>
          </a:stretch>
        </p:blipFill>
        <p:spPr>
          <a:xfrm>
            <a:off x="0" y="2348179"/>
            <a:ext cx="9144000" cy="279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9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B7D05F0D-EB31-1904-25CB-821827F7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C1A9DAD2-5BF3-24AA-51DE-82D22ECE1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00" y="159732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Takeaways</a:t>
            </a:r>
            <a:endParaRPr dirty="0"/>
          </a:p>
        </p:txBody>
      </p: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47BE28C9-8232-6D62-9E76-9C9EAA2416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15900" y="863193"/>
            <a:ext cx="7912200" cy="4030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lnSpc>
                <a:spcPct val="150000"/>
              </a:lnSpc>
            </a:pPr>
            <a:r>
              <a:rPr lang="en-US" sz="1500" b="1" dirty="0"/>
              <a:t>Weather impact is significant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200" dirty="0"/>
              <a:t>- Service requests spike during colder temperatures and winter months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200" dirty="0"/>
              <a:t>	- </a:t>
            </a:r>
            <a:r>
              <a:rPr lang="en-US" dirty="0"/>
              <a:t>S</a:t>
            </a:r>
            <a:r>
              <a:rPr lang="en-US" sz="1200" dirty="0"/>
              <a:t>now-related issues 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1500" b="1" dirty="0"/>
              <a:t>Geographic differences </a:t>
            </a:r>
          </a:p>
          <a:p>
            <a:pPr marL="139700" indent="0" algn="l">
              <a:lnSpc>
                <a:spcPct val="150000"/>
              </a:lnSpc>
            </a:pPr>
            <a:r>
              <a:rPr lang="en-US" b="1" dirty="0"/>
              <a:t>- </a:t>
            </a:r>
            <a:r>
              <a:rPr lang="en-US" sz="1200" dirty="0"/>
              <a:t>Rockville has the highest request rate per capita and quickest response time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1500" b="1" dirty="0"/>
              <a:t>Service patterns</a:t>
            </a:r>
          </a:p>
          <a:p>
            <a:pPr marL="139700" indent="0" algn="l">
              <a:lnSpc>
                <a:spcPct val="150000"/>
              </a:lnSpc>
            </a:pPr>
            <a:r>
              <a:rPr lang="en-US" dirty="0"/>
              <a:t>- Highway Services dominate request types </a:t>
            </a:r>
          </a:p>
          <a:p>
            <a:pPr marL="139700" indent="0" algn="l">
              <a:lnSpc>
                <a:spcPct val="150000"/>
              </a:lnSpc>
            </a:pPr>
            <a:r>
              <a:rPr lang="en-US" dirty="0"/>
              <a:t>- </a:t>
            </a:r>
            <a:r>
              <a:rPr lang="en-US" sz="1200" dirty="0"/>
              <a:t>Request volume peak mid-week and drop on weekends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1500" b="1" dirty="0"/>
              <a:t>Model insights </a:t>
            </a:r>
          </a:p>
          <a:p>
            <a:pPr marL="139700" indent="0" algn="l">
              <a:lnSpc>
                <a:spcPct val="150000"/>
              </a:lnSpc>
            </a:pPr>
            <a:r>
              <a:rPr lang="en-US" b="1" dirty="0"/>
              <a:t>- </a:t>
            </a:r>
            <a:r>
              <a:rPr lang="en-US" sz="1200" dirty="0"/>
              <a:t>Regression model had low predictive power for variance in response time </a:t>
            </a:r>
          </a:p>
          <a:p>
            <a:pPr marL="139700" indent="0" algn="l">
              <a:lnSpc>
                <a:spcPct val="150000"/>
              </a:lnSpc>
            </a:pPr>
            <a:r>
              <a:rPr lang="en-US" dirty="0"/>
              <a:t>	- SLA days</a:t>
            </a:r>
            <a:r>
              <a:rPr lang="en-US" sz="1200" dirty="0"/>
              <a:t> only significant indicator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1200" dirty="0"/>
              <a:t>- Classification model had high accuracy (97%), but affected by class imbalance</a:t>
            </a:r>
          </a:p>
          <a:p>
            <a:pPr marL="139700" indent="0" algn="l">
              <a:lnSpc>
                <a:spcPct val="150000"/>
              </a:lnSpc>
            </a:pPr>
            <a:r>
              <a:rPr lang="en-US" dirty="0"/>
              <a:t>	- </a:t>
            </a:r>
            <a:r>
              <a:rPr lang="en-US" sz="1200" dirty="0"/>
              <a:t>Response time and </a:t>
            </a:r>
            <a:r>
              <a:rPr lang="en-US" dirty="0"/>
              <a:t>SLA days</a:t>
            </a:r>
            <a:r>
              <a:rPr lang="en-US" sz="1200" dirty="0"/>
              <a:t> are strongest predictors of SLA outcomes</a:t>
            </a:r>
          </a:p>
        </p:txBody>
      </p:sp>
    </p:spTree>
    <p:extLst>
      <p:ext uri="{BB962C8B-B14F-4D97-AF65-F5344CB8AC3E}">
        <p14:creationId xmlns:p14="http://schemas.microsoft.com/office/powerpoint/2010/main" val="2156467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432B2952-DCF9-FAC6-E137-D9421698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D9860B0A-47D6-A862-C28F-D76D91A933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00" y="290493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Reflection</a:t>
            </a:r>
            <a:endParaRPr dirty="0"/>
          </a:p>
        </p:txBody>
      </p: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8B55291B-A018-DD7A-FF55-8DB68D32A2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15900" y="863193"/>
            <a:ext cx="7912200" cy="4030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lnSpc>
                <a:spcPct val="150000"/>
              </a:lnSpc>
            </a:pPr>
            <a:r>
              <a:rPr lang="en-US" sz="1700" b="1" dirty="0"/>
              <a:t>Challenges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Missing or incomplete data (mainly income datasets)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Class imbalance in classification model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Weak predictive power in regression model</a:t>
            </a:r>
            <a:r>
              <a:rPr lang="en-US" dirty="0"/>
              <a:t> </a:t>
            </a:r>
            <a:endParaRPr lang="en-US" sz="500" dirty="0"/>
          </a:p>
          <a:p>
            <a:pPr marL="139700" lvl="0" indent="0" algn="l">
              <a:lnSpc>
                <a:spcPct val="150000"/>
              </a:lnSpc>
            </a:pPr>
            <a:endParaRPr lang="en-US" sz="500" b="1" dirty="0"/>
          </a:p>
          <a:p>
            <a:pPr marL="139700" lvl="0" indent="0" algn="l">
              <a:lnSpc>
                <a:spcPct val="150000"/>
              </a:lnSpc>
            </a:pPr>
            <a:r>
              <a:rPr lang="en-US" sz="1700" b="1" dirty="0"/>
              <a:t>What was rewarding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Successfully integrating datasets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Discovering meaningful trends</a:t>
            </a:r>
            <a:r>
              <a:rPr lang="en-US" dirty="0"/>
              <a:t> </a:t>
            </a:r>
            <a:endParaRPr lang="en-US" sz="500" dirty="0"/>
          </a:p>
          <a:p>
            <a:pPr marL="139700" lvl="0" indent="0" algn="l">
              <a:lnSpc>
                <a:spcPct val="150000"/>
              </a:lnSpc>
            </a:pPr>
            <a:endParaRPr lang="en-US" sz="500" b="1" dirty="0"/>
          </a:p>
          <a:p>
            <a:pPr marL="139700" lvl="0" indent="0" algn="l">
              <a:lnSpc>
                <a:spcPct val="150000"/>
              </a:lnSpc>
            </a:pPr>
            <a:r>
              <a:rPr lang="en-US" sz="1700" b="1" dirty="0"/>
              <a:t>What I would change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Find a dataset about work procedures for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Use resampling techniques to address class imbalance </a:t>
            </a:r>
          </a:p>
          <a:p>
            <a:pPr marL="139700" lvl="0" indent="0" algn="l">
              <a:lnSpc>
                <a:spcPct val="150000"/>
              </a:lnSpc>
            </a:pPr>
            <a:r>
              <a:rPr lang="en-US" sz="1300" dirty="0"/>
              <a:t>Use more advanced models for better prediction accuracy</a:t>
            </a:r>
          </a:p>
        </p:txBody>
      </p:sp>
      <p:pic>
        <p:nvPicPr>
          <p:cNvPr id="2050" name="Picture 2" descr="milkmochabear GIFs on GIPHY - Be Animated">
            <a:extLst>
              <a:ext uri="{FF2B5EF4-FFF2-40B4-BE49-F238E27FC236}">
                <a16:creationId xmlns:a16="http://schemas.microsoft.com/office/drawing/2014/main" id="{A3EFCFE6-9286-6E39-CC0D-184583442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059" y="1207007"/>
            <a:ext cx="3021578" cy="345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343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6BF985C8-16B5-5E7C-B74C-19110EE1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9794958E-0762-41CC-FCE2-811D10E315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00" y="342612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</a:t>
            </a:r>
            <a:endParaRPr dirty="0"/>
          </a:p>
        </p:txBody>
      </p: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0B34BEC6-00B2-07FA-9448-649A2E6941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15900" y="1046073"/>
            <a:ext cx="7912200" cy="3716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lnSpc>
                <a:spcPct val="150000"/>
              </a:lnSpc>
            </a:pPr>
            <a:r>
              <a:rPr lang="en-US" sz="1700" dirty="0"/>
              <a:t>Expand dataset to include: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More ZIP codes and longer time range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Additional variables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596900" lvl="1" indent="0" algn="l">
              <a:lnSpc>
                <a:spcPct val="150000"/>
              </a:lnSpc>
            </a:pPr>
            <a:endParaRPr lang="en-US" sz="1700" dirty="0"/>
          </a:p>
          <a:p>
            <a:pPr marL="139700" lvl="0" indent="0" algn="l">
              <a:lnSpc>
                <a:spcPct val="150000"/>
              </a:lnSpc>
            </a:pPr>
            <a:r>
              <a:rPr lang="en-US" sz="1700" dirty="0"/>
              <a:t>Use findings to: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Improve resource allocation during peak seasons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Prepare for weather-related demand spikes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Tailor to the unique needs and compliance patterns of each city</a:t>
            </a:r>
          </a:p>
          <a:p>
            <a:pPr marL="9398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" name="Google Shape;512;p31">
            <a:extLst>
              <a:ext uri="{FF2B5EF4-FFF2-40B4-BE49-F238E27FC236}">
                <a16:creationId xmlns:a16="http://schemas.microsoft.com/office/drawing/2014/main" id="{1E9F8342-F1C9-7D9A-A929-BCAC69DACBA6}"/>
              </a:ext>
            </a:extLst>
          </p:cNvPr>
          <p:cNvSpPr txBox="1">
            <a:spLocks/>
          </p:cNvSpPr>
          <p:nvPr/>
        </p:nvSpPr>
        <p:spPr>
          <a:xfrm>
            <a:off x="615900" y="2329291"/>
            <a:ext cx="791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Gloria Hallelujah"/>
              <a:buNone/>
              <a:defRPr sz="3500" b="0" i="0" u="none" strike="noStrike" cap="none">
                <a:solidFill>
                  <a:schemeClr val="accent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Recommendations!</a:t>
            </a:r>
          </a:p>
        </p:txBody>
      </p:sp>
    </p:spTree>
    <p:extLst>
      <p:ext uri="{BB962C8B-B14F-4D97-AF65-F5344CB8AC3E}">
        <p14:creationId xmlns:p14="http://schemas.microsoft.com/office/powerpoint/2010/main" val="3584189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1BBD1B-6EE9-FD5E-482B-B7447D84F2C5}"/>
              </a:ext>
            </a:extLst>
          </p:cNvPr>
          <p:cNvSpPr/>
          <p:nvPr/>
        </p:nvSpPr>
        <p:spPr>
          <a:xfrm>
            <a:off x="665683" y="1262329"/>
            <a:ext cx="7812633" cy="2618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u="sng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</a:t>
            </a:r>
            <a:r>
              <a:rPr lang="en-US" sz="25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Account: </a:t>
            </a:r>
          </a:p>
          <a:p>
            <a:pPr algn="ctr"/>
            <a:r>
              <a:rPr lang="en-US" sz="2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LNGHAN</a:t>
            </a:r>
          </a:p>
          <a:p>
            <a:pPr algn="ctr"/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25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Link:</a:t>
            </a:r>
          </a:p>
          <a:p>
            <a:pPr algn="ctr"/>
            <a:r>
              <a:rPr lang="en-US" sz="25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https://github.com/lnghan/MC311-Analysis</a:t>
            </a:r>
          </a:p>
        </p:txBody>
      </p:sp>
    </p:spTree>
    <p:extLst>
      <p:ext uri="{BB962C8B-B14F-4D97-AF65-F5344CB8AC3E}">
        <p14:creationId xmlns:p14="http://schemas.microsoft.com/office/powerpoint/2010/main" val="4120373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19EB047B-4482-7D4B-2F1E-4A1906B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8326D6FD-E58C-EC5F-77F7-729784056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900" y="298721"/>
            <a:ext cx="79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to…</a:t>
            </a:r>
            <a:endParaRPr dirty="0"/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2F32F1AD-5E68-5DF1-7FD8-6728886F0958}"/>
              </a:ext>
            </a:extLst>
          </p:cNvPr>
          <p:cNvGrpSpPr/>
          <p:nvPr/>
        </p:nvGrpSpPr>
        <p:grpSpPr>
          <a:xfrm>
            <a:off x="138989" y="3240635"/>
            <a:ext cx="2179929" cy="1789108"/>
            <a:chOff x="427866" y="3937580"/>
            <a:chExt cx="1096826" cy="350090"/>
          </a:xfrm>
        </p:grpSpPr>
        <p:sp>
          <p:nvSpPr>
            <p:cNvPr id="2" name="Google Shape;920;p53">
              <a:extLst>
                <a:ext uri="{FF2B5EF4-FFF2-40B4-BE49-F238E27FC236}">
                  <a16:creationId xmlns:a16="http://schemas.microsoft.com/office/drawing/2014/main" id="{9761C547-5418-CBB7-ED22-40D4BC117635}"/>
                </a:ext>
              </a:extLst>
            </p:cNvPr>
            <p:cNvSpPr/>
            <p:nvPr/>
          </p:nvSpPr>
          <p:spPr>
            <a:xfrm>
              <a:off x="427866" y="3937580"/>
              <a:ext cx="25510" cy="11176"/>
            </a:xfrm>
            <a:custGeom>
              <a:avLst/>
              <a:gdLst/>
              <a:ahLst/>
              <a:cxnLst/>
              <a:rect l="l" t="t" r="r" b="b"/>
              <a:pathLst>
                <a:path w="394" h="185" extrusionOk="0">
                  <a:moveTo>
                    <a:pt x="195" y="0"/>
                  </a:moveTo>
                  <a:cubicBezTo>
                    <a:pt x="166" y="0"/>
                    <a:pt x="137" y="2"/>
                    <a:pt x="109" y="6"/>
                  </a:cubicBezTo>
                  <a:cubicBezTo>
                    <a:pt x="0" y="14"/>
                    <a:pt x="0" y="173"/>
                    <a:pt x="109" y="181"/>
                  </a:cubicBezTo>
                  <a:cubicBezTo>
                    <a:pt x="128" y="184"/>
                    <a:pt x="149" y="185"/>
                    <a:pt x="169" y="185"/>
                  </a:cubicBezTo>
                  <a:cubicBezTo>
                    <a:pt x="219" y="185"/>
                    <a:pt x="271" y="179"/>
                    <a:pt x="318" y="173"/>
                  </a:cubicBezTo>
                  <a:cubicBezTo>
                    <a:pt x="393" y="148"/>
                    <a:pt x="393" y="31"/>
                    <a:pt x="318" y="14"/>
                  </a:cubicBezTo>
                  <a:cubicBezTo>
                    <a:pt x="279" y="4"/>
                    <a:pt x="237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" name="Google Shape;921;p53">
              <a:extLst>
                <a:ext uri="{FF2B5EF4-FFF2-40B4-BE49-F238E27FC236}">
                  <a16:creationId xmlns:a16="http://schemas.microsoft.com/office/drawing/2014/main" id="{E3B7413E-D302-F90C-B3DB-1D6BB777C0E0}"/>
                </a:ext>
              </a:extLst>
            </p:cNvPr>
            <p:cNvSpPr/>
            <p:nvPr/>
          </p:nvSpPr>
          <p:spPr>
            <a:xfrm>
              <a:off x="480892" y="3942956"/>
              <a:ext cx="19035" cy="9122"/>
            </a:xfrm>
            <a:custGeom>
              <a:avLst/>
              <a:gdLst/>
              <a:ahLst/>
              <a:cxnLst/>
              <a:rect l="l" t="t" r="r" b="b"/>
              <a:pathLst>
                <a:path w="294" h="151" extrusionOk="0">
                  <a:moveTo>
                    <a:pt x="93" y="0"/>
                  </a:moveTo>
                  <a:cubicBezTo>
                    <a:pt x="1" y="9"/>
                    <a:pt x="1" y="134"/>
                    <a:pt x="93" y="151"/>
                  </a:cubicBezTo>
                  <a:lnTo>
                    <a:pt x="227" y="151"/>
                  </a:lnTo>
                  <a:cubicBezTo>
                    <a:pt x="294" y="126"/>
                    <a:pt x="294" y="26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22;p53">
              <a:extLst>
                <a:ext uri="{FF2B5EF4-FFF2-40B4-BE49-F238E27FC236}">
                  <a16:creationId xmlns:a16="http://schemas.microsoft.com/office/drawing/2014/main" id="{DD1ACC6D-A8EC-4E3A-3D34-4916C53C1187}"/>
                </a:ext>
              </a:extLst>
            </p:cNvPr>
            <p:cNvSpPr/>
            <p:nvPr/>
          </p:nvSpPr>
          <p:spPr>
            <a:xfrm>
              <a:off x="527507" y="3945373"/>
              <a:ext cx="37293" cy="11297"/>
            </a:xfrm>
            <a:custGeom>
              <a:avLst/>
              <a:gdLst/>
              <a:ahLst/>
              <a:cxnLst/>
              <a:rect l="l" t="t" r="r" b="b"/>
              <a:pathLst>
                <a:path w="576" h="187" extrusionOk="0">
                  <a:moveTo>
                    <a:pt x="184" y="0"/>
                  </a:moveTo>
                  <a:cubicBezTo>
                    <a:pt x="162" y="0"/>
                    <a:pt x="140" y="1"/>
                    <a:pt x="118" y="2"/>
                  </a:cubicBezTo>
                  <a:cubicBezTo>
                    <a:pt x="3" y="10"/>
                    <a:pt x="0" y="187"/>
                    <a:pt x="110" y="187"/>
                  </a:cubicBezTo>
                  <a:cubicBezTo>
                    <a:pt x="112" y="187"/>
                    <a:pt x="115" y="186"/>
                    <a:pt x="118" y="186"/>
                  </a:cubicBezTo>
                  <a:cubicBezTo>
                    <a:pt x="180" y="178"/>
                    <a:pt x="243" y="174"/>
                    <a:pt x="306" y="174"/>
                  </a:cubicBezTo>
                  <a:cubicBezTo>
                    <a:pt x="368" y="174"/>
                    <a:pt x="431" y="178"/>
                    <a:pt x="494" y="186"/>
                  </a:cubicBezTo>
                  <a:cubicBezTo>
                    <a:pt x="497" y="187"/>
                    <a:pt x="499" y="187"/>
                    <a:pt x="501" y="187"/>
                  </a:cubicBezTo>
                  <a:cubicBezTo>
                    <a:pt x="570" y="187"/>
                    <a:pt x="575" y="77"/>
                    <a:pt x="511" y="52"/>
                  </a:cubicBezTo>
                  <a:cubicBezTo>
                    <a:pt x="406" y="18"/>
                    <a:pt x="296" y="0"/>
                    <a:pt x="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23;p53">
              <a:extLst>
                <a:ext uri="{FF2B5EF4-FFF2-40B4-BE49-F238E27FC236}">
                  <a16:creationId xmlns:a16="http://schemas.microsoft.com/office/drawing/2014/main" id="{5005D5D6-DA1C-FD33-1927-6C9A20674692}"/>
                </a:ext>
              </a:extLst>
            </p:cNvPr>
            <p:cNvSpPr/>
            <p:nvPr/>
          </p:nvSpPr>
          <p:spPr>
            <a:xfrm>
              <a:off x="591927" y="3940238"/>
              <a:ext cx="31078" cy="10210"/>
            </a:xfrm>
            <a:custGeom>
              <a:avLst/>
              <a:gdLst/>
              <a:ahLst/>
              <a:cxnLst/>
              <a:rect l="l" t="t" r="r" b="b"/>
              <a:pathLst>
                <a:path w="480" h="169" extrusionOk="0">
                  <a:moveTo>
                    <a:pt x="383" y="0"/>
                  </a:moveTo>
                  <a:cubicBezTo>
                    <a:pt x="376" y="0"/>
                    <a:pt x="368" y="1"/>
                    <a:pt x="361" y="4"/>
                  </a:cubicBezTo>
                  <a:cubicBezTo>
                    <a:pt x="269" y="20"/>
                    <a:pt x="177" y="29"/>
                    <a:pt x="85" y="37"/>
                  </a:cubicBezTo>
                  <a:cubicBezTo>
                    <a:pt x="18" y="37"/>
                    <a:pt x="1" y="146"/>
                    <a:pt x="68" y="154"/>
                  </a:cubicBezTo>
                  <a:cubicBezTo>
                    <a:pt x="111" y="164"/>
                    <a:pt x="155" y="169"/>
                    <a:pt x="199" y="169"/>
                  </a:cubicBezTo>
                  <a:cubicBezTo>
                    <a:pt x="268" y="169"/>
                    <a:pt x="337" y="158"/>
                    <a:pt x="402" y="137"/>
                  </a:cubicBezTo>
                  <a:cubicBezTo>
                    <a:pt x="479" y="114"/>
                    <a:pt x="458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24;p53">
              <a:extLst>
                <a:ext uri="{FF2B5EF4-FFF2-40B4-BE49-F238E27FC236}">
                  <a16:creationId xmlns:a16="http://schemas.microsoft.com/office/drawing/2014/main" id="{BCD3341A-D265-927F-05EA-FF5E263AACBA}"/>
                </a:ext>
              </a:extLst>
            </p:cNvPr>
            <p:cNvSpPr/>
            <p:nvPr/>
          </p:nvSpPr>
          <p:spPr>
            <a:xfrm>
              <a:off x="436283" y="4000952"/>
              <a:ext cx="26286" cy="9122"/>
            </a:xfrm>
            <a:custGeom>
              <a:avLst/>
              <a:gdLst/>
              <a:ahLst/>
              <a:cxnLst/>
              <a:rect l="l" t="t" r="r" b="b"/>
              <a:pathLst>
                <a:path w="406" h="151" extrusionOk="0">
                  <a:moveTo>
                    <a:pt x="88" y="0"/>
                  </a:moveTo>
                  <a:cubicBezTo>
                    <a:pt x="31" y="0"/>
                    <a:pt x="0" y="80"/>
                    <a:pt x="54" y="103"/>
                  </a:cubicBezTo>
                  <a:cubicBezTo>
                    <a:pt x="113" y="135"/>
                    <a:pt x="176" y="150"/>
                    <a:pt x="239" y="150"/>
                  </a:cubicBezTo>
                  <a:cubicBezTo>
                    <a:pt x="275" y="150"/>
                    <a:pt x="311" y="145"/>
                    <a:pt x="347" y="136"/>
                  </a:cubicBezTo>
                  <a:cubicBezTo>
                    <a:pt x="405" y="111"/>
                    <a:pt x="389" y="19"/>
                    <a:pt x="330" y="19"/>
                  </a:cubicBezTo>
                  <a:cubicBezTo>
                    <a:pt x="247" y="19"/>
                    <a:pt x="171" y="19"/>
                    <a:pt x="104" y="2"/>
                  </a:cubicBezTo>
                  <a:cubicBezTo>
                    <a:pt x="99" y="1"/>
                    <a:pt x="93" y="0"/>
                    <a:pt x="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25;p53">
              <a:extLst>
                <a:ext uri="{FF2B5EF4-FFF2-40B4-BE49-F238E27FC236}">
                  <a16:creationId xmlns:a16="http://schemas.microsoft.com/office/drawing/2014/main" id="{66ADAFCD-44DE-039C-95A7-B9DC53C4821C}"/>
                </a:ext>
              </a:extLst>
            </p:cNvPr>
            <p:cNvSpPr/>
            <p:nvPr/>
          </p:nvSpPr>
          <p:spPr>
            <a:xfrm>
              <a:off x="490797" y="4004517"/>
              <a:ext cx="31013" cy="11176"/>
            </a:xfrm>
            <a:custGeom>
              <a:avLst/>
              <a:gdLst/>
              <a:ahLst/>
              <a:cxnLst/>
              <a:rect l="l" t="t" r="r" b="b"/>
              <a:pathLst>
                <a:path w="479" h="185" extrusionOk="0">
                  <a:moveTo>
                    <a:pt x="365" y="0"/>
                  </a:moveTo>
                  <a:cubicBezTo>
                    <a:pt x="360" y="0"/>
                    <a:pt x="355" y="1"/>
                    <a:pt x="350" y="2"/>
                  </a:cubicBezTo>
                  <a:cubicBezTo>
                    <a:pt x="266" y="19"/>
                    <a:pt x="183" y="27"/>
                    <a:pt x="99" y="27"/>
                  </a:cubicBezTo>
                  <a:cubicBezTo>
                    <a:pt x="97" y="27"/>
                    <a:pt x="94" y="27"/>
                    <a:pt x="92" y="27"/>
                  </a:cubicBezTo>
                  <a:cubicBezTo>
                    <a:pt x="14" y="27"/>
                    <a:pt x="1" y="161"/>
                    <a:pt x="82" y="178"/>
                  </a:cubicBezTo>
                  <a:cubicBezTo>
                    <a:pt x="111" y="182"/>
                    <a:pt x="140" y="184"/>
                    <a:pt x="170" y="184"/>
                  </a:cubicBezTo>
                  <a:cubicBezTo>
                    <a:pt x="249" y="184"/>
                    <a:pt x="329" y="169"/>
                    <a:pt x="408" y="144"/>
                  </a:cubicBezTo>
                  <a:cubicBezTo>
                    <a:pt x="479" y="105"/>
                    <a:pt x="432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26;p53">
              <a:extLst>
                <a:ext uri="{FF2B5EF4-FFF2-40B4-BE49-F238E27FC236}">
                  <a16:creationId xmlns:a16="http://schemas.microsoft.com/office/drawing/2014/main" id="{332132BF-F758-82EF-A637-0C9D74E1BFDF}"/>
                </a:ext>
              </a:extLst>
            </p:cNvPr>
            <p:cNvSpPr/>
            <p:nvPr/>
          </p:nvSpPr>
          <p:spPr>
            <a:xfrm>
              <a:off x="555671" y="4006631"/>
              <a:ext cx="26610" cy="7854"/>
            </a:xfrm>
            <a:custGeom>
              <a:avLst/>
              <a:gdLst/>
              <a:ahLst/>
              <a:cxnLst/>
              <a:rect l="l" t="t" r="r" b="b"/>
              <a:pathLst>
                <a:path w="411" h="130" extrusionOk="0">
                  <a:moveTo>
                    <a:pt x="84" y="1"/>
                  </a:moveTo>
                  <a:cubicBezTo>
                    <a:pt x="0" y="1"/>
                    <a:pt x="0" y="126"/>
                    <a:pt x="84" y="126"/>
                  </a:cubicBezTo>
                  <a:cubicBezTo>
                    <a:pt x="111" y="128"/>
                    <a:pt x="139" y="129"/>
                    <a:pt x="167" y="129"/>
                  </a:cubicBezTo>
                  <a:cubicBezTo>
                    <a:pt x="234" y="129"/>
                    <a:pt x="303" y="124"/>
                    <a:pt x="369" y="118"/>
                  </a:cubicBezTo>
                  <a:cubicBezTo>
                    <a:pt x="410" y="101"/>
                    <a:pt x="410" y="34"/>
                    <a:pt x="369" y="17"/>
                  </a:cubicBezTo>
                  <a:cubicBezTo>
                    <a:pt x="276" y="1"/>
                    <a:pt x="176" y="1"/>
                    <a:pt x="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27;p53">
              <a:extLst>
                <a:ext uri="{FF2B5EF4-FFF2-40B4-BE49-F238E27FC236}">
                  <a16:creationId xmlns:a16="http://schemas.microsoft.com/office/drawing/2014/main" id="{B349E781-EFAB-189E-51D3-5739616A9614}"/>
                </a:ext>
              </a:extLst>
            </p:cNvPr>
            <p:cNvSpPr/>
            <p:nvPr/>
          </p:nvSpPr>
          <p:spPr>
            <a:xfrm>
              <a:off x="616983" y="4003490"/>
              <a:ext cx="28812" cy="10693"/>
            </a:xfrm>
            <a:custGeom>
              <a:avLst/>
              <a:gdLst/>
              <a:ahLst/>
              <a:cxnLst/>
              <a:rect l="l" t="t" r="r" b="b"/>
              <a:pathLst>
                <a:path w="445" h="177" extrusionOk="0">
                  <a:moveTo>
                    <a:pt x="340" y="0"/>
                  </a:moveTo>
                  <a:cubicBezTo>
                    <a:pt x="335" y="0"/>
                    <a:pt x="330" y="1"/>
                    <a:pt x="325" y="2"/>
                  </a:cubicBezTo>
                  <a:cubicBezTo>
                    <a:pt x="281" y="12"/>
                    <a:pt x="237" y="16"/>
                    <a:pt x="193" y="16"/>
                  </a:cubicBezTo>
                  <a:cubicBezTo>
                    <a:pt x="162" y="16"/>
                    <a:pt x="130" y="14"/>
                    <a:pt x="99" y="11"/>
                  </a:cubicBezTo>
                  <a:cubicBezTo>
                    <a:pt x="97" y="10"/>
                    <a:pt x="95" y="10"/>
                    <a:pt x="93" y="10"/>
                  </a:cubicBezTo>
                  <a:cubicBezTo>
                    <a:pt x="15" y="10"/>
                    <a:pt x="1" y="153"/>
                    <a:pt x="74" y="170"/>
                  </a:cubicBezTo>
                  <a:cubicBezTo>
                    <a:pt x="102" y="174"/>
                    <a:pt x="130" y="176"/>
                    <a:pt x="157" y="176"/>
                  </a:cubicBezTo>
                  <a:cubicBezTo>
                    <a:pt x="234" y="176"/>
                    <a:pt x="307" y="159"/>
                    <a:pt x="375" y="128"/>
                  </a:cubicBezTo>
                  <a:cubicBezTo>
                    <a:pt x="445" y="89"/>
                    <a:pt x="400" y="0"/>
                    <a:pt x="3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8;p53">
              <a:extLst>
                <a:ext uri="{FF2B5EF4-FFF2-40B4-BE49-F238E27FC236}">
                  <a16:creationId xmlns:a16="http://schemas.microsoft.com/office/drawing/2014/main" id="{A02FC58C-0248-634C-C0B7-28169CAC31D5}"/>
                </a:ext>
              </a:extLst>
            </p:cNvPr>
            <p:cNvSpPr/>
            <p:nvPr/>
          </p:nvSpPr>
          <p:spPr>
            <a:xfrm>
              <a:off x="683475" y="3998898"/>
              <a:ext cx="30106" cy="11599"/>
            </a:xfrm>
            <a:custGeom>
              <a:avLst/>
              <a:gdLst/>
              <a:ahLst/>
              <a:cxnLst/>
              <a:rect l="l" t="t" r="r" b="b"/>
              <a:pathLst>
                <a:path w="465" h="192" extrusionOk="0">
                  <a:moveTo>
                    <a:pt x="383" y="1"/>
                  </a:moveTo>
                  <a:cubicBezTo>
                    <a:pt x="378" y="1"/>
                    <a:pt x="374" y="2"/>
                    <a:pt x="369" y="3"/>
                  </a:cubicBezTo>
                  <a:cubicBezTo>
                    <a:pt x="319" y="20"/>
                    <a:pt x="277" y="20"/>
                    <a:pt x="227" y="28"/>
                  </a:cubicBezTo>
                  <a:cubicBezTo>
                    <a:pt x="176" y="36"/>
                    <a:pt x="135" y="45"/>
                    <a:pt x="84" y="45"/>
                  </a:cubicBezTo>
                  <a:cubicBezTo>
                    <a:pt x="1" y="53"/>
                    <a:pt x="1" y="170"/>
                    <a:pt x="84" y="187"/>
                  </a:cubicBezTo>
                  <a:cubicBezTo>
                    <a:pt x="104" y="190"/>
                    <a:pt x="125" y="191"/>
                    <a:pt x="145" y="191"/>
                  </a:cubicBezTo>
                  <a:cubicBezTo>
                    <a:pt x="241" y="191"/>
                    <a:pt x="334" y="159"/>
                    <a:pt x="411" y="103"/>
                  </a:cubicBezTo>
                  <a:cubicBezTo>
                    <a:pt x="464" y="80"/>
                    <a:pt x="434" y="1"/>
                    <a:pt x="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29;p53">
              <a:extLst>
                <a:ext uri="{FF2B5EF4-FFF2-40B4-BE49-F238E27FC236}">
                  <a16:creationId xmlns:a16="http://schemas.microsoft.com/office/drawing/2014/main" id="{31FE3522-67F4-E91F-B3AB-1D351CF6B999}"/>
                </a:ext>
              </a:extLst>
            </p:cNvPr>
            <p:cNvSpPr/>
            <p:nvPr/>
          </p:nvSpPr>
          <p:spPr>
            <a:xfrm>
              <a:off x="745758" y="3999019"/>
              <a:ext cx="31337" cy="9183"/>
            </a:xfrm>
            <a:custGeom>
              <a:avLst/>
              <a:gdLst/>
              <a:ahLst/>
              <a:cxnLst/>
              <a:rect l="l" t="t" r="r" b="b"/>
              <a:pathLst>
                <a:path w="484" h="152" extrusionOk="0">
                  <a:moveTo>
                    <a:pt x="402" y="0"/>
                  </a:moveTo>
                  <a:cubicBezTo>
                    <a:pt x="400" y="0"/>
                    <a:pt x="397" y="1"/>
                    <a:pt x="394" y="1"/>
                  </a:cubicBezTo>
                  <a:cubicBezTo>
                    <a:pt x="285" y="18"/>
                    <a:pt x="168" y="26"/>
                    <a:pt x="59" y="26"/>
                  </a:cubicBezTo>
                  <a:cubicBezTo>
                    <a:pt x="9" y="34"/>
                    <a:pt x="1" y="110"/>
                    <a:pt x="43" y="135"/>
                  </a:cubicBezTo>
                  <a:cubicBezTo>
                    <a:pt x="97" y="146"/>
                    <a:pt x="154" y="152"/>
                    <a:pt x="210" y="152"/>
                  </a:cubicBezTo>
                  <a:cubicBezTo>
                    <a:pt x="283" y="152"/>
                    <a:pt x="357" y="142"/>
                    <a:pt x="427" y="118"/>
                  </a:cubicBezTo>
                  <a:cubicBezTo>
                    <a:pt x="483" y="86"/>
                    <a:pt x="463" y="0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30;p53">
              <a:extLst>
                <a:ext uri="{FF2B5EF4-FFF2-40B4-BE49-F238E27FC236}">
                  <a16:creationId xmlns:a16="http://schemas.microsoft.com/office/drawing/2014/main" id="{09EACE16-D9F5-607D-2EF0-5CE6366864BA}"/>
                </a:ext>
              </a:extLst>
            </p:cNvPr>
            <p:cNvSpPr/>
            <p:nvPr/>
          </p:nvSpPr>
          <p:spPr>
            <a:xfrm>
              <a:off x="811150" y="3996421"/>
              <a:ext cx="31078" cy="12022"/>
            </a:xfrm>
            <a:custGeom>
              <a:avLst/>
              <a:gdLst/>
              <a:ahLst/>
              <a:cxnLst/>
              <a:rect l="l" t="t" r="r" b="b"/>
              <a:pathLst>
                <a:path w="480" h="199" extrusionOk="0">
                  <a:moveTo>
                    <a:pt x="121" y="1"/>
                  </a:moveTo>
                  <a:cubicBezTo>
                    <a:pt x="32" y="1"/>
                    <a:pt x="0" y="130"/>
                    <a:pt x="95" y="161"/>
                  </a:cubicBezTo>
                  <a:cubicBezTo>
                    <a:pt x="145" y="186"/>
                    <a:pt x="202" y="199"/>
                    <a:pt x="258" y="199"/>
                  </a:cubicBezTo>
                  <a:cubicBezTo>
                    <a:pt x="315" y="199"/>
                    <a:pt x="371" y="186"/>
                    <a:pt x="421" y="161"/>
                  </a:cubicBezTo>
                  <a:cubicBezTo>
                    <a:pt x="480" y="128"/>
                    <a:pt x="472" y="44"/>
                    <a:pt x="405" y="27"/>
                  </a:cubicBezTo>
                  <a:cubicBezTo>
                    <a:pt x="321" y="11"/>
                    <a:pt x="229" y="19"/>
                    <a:pt x="137" y="2"/>
                  </a:cubicBezTo>
                  <a:cubicBezTo>
                    <a:pt x="131" y="1"/>
                    <a:pt x="126" y="1"/>
                    <a:pt x="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31;p53">
              <a:extLst>
                <a:ext uri="{FF2B5EF4-FFF2-40B4-BE49-F238E27FC236}">
                  <a16:creationId xmlns:a16="http://schemas.microsoft.com/office/drawing/2014/main" id="{26E0E65B-4251-E694-DB7C-3C8F9BFCB3BB}"/>
                </a:ext>
              </a:extLst>
            </p:cNvPr>
            <p:cNvSpPr/>
            <p:nvPr/>
          </p:nvSpPr>
          <p:spPr>
            <a:xfrm>
              <a:off x="437578" y="4074353"/>
              <a:ext cx="28229" cy="8156"/>
            </a:xfrm>
            <a:custGeom>
              <a:avLst/>
              <a:gdLst/>
              <a:ahLst/>
              <a:cxnLst/>
              <a:rect l="l" t="t" r="r" b="b"/>
              <a:pathLst>
                <a:path w="436" h="135" extrusionOk="0">
                  <a:moveTo>
                    <a:pt x="93" y="1"/>
                  </a:moveTo>
                  <a:cubicBezTo>
                    <a:pt x="1" y="1"/>
                    <a:pt x="1" y="134"/>
                    <a:pt x="93" y="134"/>
                  </a:cubicBezTo>
                  <a:cubicBezTo>
                    <a:pt x="176" y="134"/>
                    <a:pt x="268" y="134"/>
                    <a:pt x="360" y="126"/>
                  </a:cubicBezTo>
                  <a:cubicBezTo>
                    <a:pt x="436" y="126"/>
                    <a:pt x="436" y="9"/>
                    <a:pt x="360" y="9"/>
                  </a:cubicBezTo>
                  <a:cubicBezTo>
                    <a:pt x="268" y="1"/>
                    <a:pt x="176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32;p53">
              <a:extLst>
                <a:ext uri="{FF2B5EF4-FFF2-40B4-BE49-F238E27FC236}">
                  <a16:creationId xmlns:a16="http://schemas.microsoft.com/office/drawing/2014/main" id="{1F3BB425-D2B0-D27A-7B4F-337C73BAF372}"/>
                </a:ext>
              </a:extLst>
            </p:cNvPr>
            <p:cNvSpPr/>
            <p:nvPr/>
          </p:nvSpPr>
          <p:spPr>
            <a:xfrm>
              <a:off x="496624" y="4074172"/>
              <a:ext cx="34185" cy="11539"/>
            </a:xfrm>
            <a:custGeom>
              <a:avLst/>
              <a:gdLst/>
              <a:ahLst/>
              <a:cxnLst/>
              <a:rect l="l" t="t" r="r" b="b"/>
              <a:pathLst>
                <a:path w="528" h="191" extrusionOk="0">
                  <a:moveTo>
                    <a:pt x="269" y="0"/>
                  </a:moveTo>
                  <a:cubicBezTo>
                    <a:pt x="217" y="0"/>
                    <a:pt x="167" y="4"/>
                    <a:pt x="118" y="12"/>
                  </a:cubicBezTo>
                  <a:cubicBezTo>
                    <a:pt x="1" y="12"/>
                    <a:pt x="1" y="179"/>
                    <a:pt x="118" y="179"/>
                  </a:cubicBezTo>
                  <a:cubicBezTo>
                    <a:pt x="167" y="187"/>
                    <a:pt x="217" y="191"/>
                    <a:pt x="269" y="191"/>
                  </a:cubicBezTo>
                  <a:cubicBezTo>
                    <a:pt x="332" y="191"/>
                    <a:pt x="396" y="185"/>
                    <a:pt x="461" y="171"/>
                  </a:cubicBezTo>
                  <a:cubicBezTo>
                    <a:pt x="528" y="146"/>
                    <a:pt x="528" y="45"/>
                    <a:pt x="461" y="20"/>
                  </a:cubicBezTo>
                  <a:cubicBezTo>
                    <a:pt x="396" y="6"/>
                    <a:pt x="332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33;p53">
              <a:extLst>
                <a:ext uri="{FF2B5EF4-FFF2-40B4-BE49-F238E27FC236}">
                  <a16:creationId xmlns:a16="http://schemas.microsoft.com/office/drawing/2014/main" id="{71D7475D-6121-980E-FD20-2E607ACCD408}"/>
                </a:ext>
              </a:extLst>
            </p:cNvPr>
            <p:cNvSpPr/>
            <p:nvPr/>
          </p:nvSpPr>
          <p:spPr>
            <a:xfrm>
              <a:off x="562857" y="4078340"/>
              <a:ext cx="19165" cy="6162"/>
            </a:xfrm>
            <a:custGeom>
              <a:avLst/>
              <a:gdLst/>
              <a:ahLst/>
              <a:cxnLst/>
              <a:rect l="l" t="t" r="r" b="b"/>
              <a:pathLst>
                <a:path w="296" h="102" extrusionOk="0">
                  <a:moveTo>
                    <a:pt x="243" y="0"/>
                  </a:moveTo>
                  <a:cubicBezTo>
                    <a:pt x="240" y="0"/>
                    <a:pt x="236" y="1"/>
                    <a:pt x="232" y="1"/>
                  </a:cubicBezTo>
                  <a:cubicBezTo>
                    <a:pt x="207" y="1"/>
                    <a:pt x="182" y="18"/>
                    <a:pt x="157" y="18"/>
                  </a:cubicBezTo>
                  <a:cubicBezTo>
                    <a:pt x="140" y="22"/>
                    <a:pt x="124" y="24"/>
                    <a:pt x="108" y="24"/>
                  </a:cubicBezTo>
                  <a:cubicBezTo>
                    <a:pt x="92" y="24"/>
                    <a:pt x="78" y="22"/>
                    <a:pt x="65" y="18"/>
                  </a:cubicBezTo>
                  <a:cubicBezTo>
                    <a:pt x="62" y="18"/>
                    <a:pt x="60" y="18"/>
                    <a:pt x="57" y="18"/>
                  </a:cubicBezTo>
                  <a:cubicBezTo>
                    <a:pt x="13" y="18"/>
                    <a:pt x="1" y="86"/>
                    <a:pt x="48" y="93"/>
                  </a:cubicBezTo>
                  <a:cubicBezTo>
                    <a:pt x="71" y="99"/>
                    <a:pt x="94" y="101"/>
                    <a:pt x="117" y="101"/>
                  </a:cubicBezTo>
                  <a:cubicBezTo>
                    <a:pt x="168" y="101"/>
                    <a:pt x="219" y="87"/>
                    <a:pt x="266" y="52"/>
                  </a:cubicBezTo>
                  <a:cubicBezTo>
                    <a:pt x="296" y="29"/>
                    <a:pt x="272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34;p53">
              <a:extLst>
                <a:ext uri="{FF2B5EF4-FFF2-40B4-BE49-F238E27FC236}">
                  <a16:creationId xmlns:a16="http://schemas.microsoft.com/office/drawing/2014/main" id="{E96EB6E7-AA24-BFD1-CBC8-CB7241CC3EA5}"/>
                </a:ext>
              </a:extLst>
            </p:cNvPr>
            <p:cNvSpPr/>
            <p:nvPr/>
          </p:nvSpPr>
          <p:spPr>
            <a:xfrm>
              <a:off x="634205" y="4067104"/>
              <a:ext cx="33085" cy="13351"/>
            </a:xfrm>
            <a:custGeom>
              <a:avLst/>
              <a:gdLst/>
              <a:ahLst/>
              <a:cxnLst/>
              <a:rect l="l" t="t" r="r" b="b"/>
              <a:pathLst>
                <a:path w="511" h="221" extrusionOk="0">
                  <a:moveTo>
                    <a:pt x="209" y="0"/>
                  </a:moveTo>
                  <a:cubicBezTo>
                    <a:pt x="173" y="0"/>
                    <a:pt x="137" y="4"/>
                    <a:pt x="101" y="12"/>
                  </a:cubicBezTo>
                  <a:cubicBezTo>
                    <a:pt x="96" y="11"/>
                    <a:pt x="92" y="11"/>
                    <a:pt x="88" y="11"/>
                  </a:cubicBezTo>
                  <a:cubicBezTo>
                    <a:pt x="36" y="11"/>
                    <a:pt x="0" y="57"/>
                    <a:pt x="0" y="104"/>
                  </a:cubicBezTo>
                  <a:cubicBezTo>
                    <a:pt x="0" y="162"/>
                    <a:pt x="42" y="213"/>
                    <a:pt x="101" y="213"/>
                  </a:cubicBezTo>
                  <a:cubicBezTo>
                    <a:pt x="146" y="209"/>
                    <a:pt x="191" y="207"/>
                    <a:pt x="235" y="207"/>
                  </a:cubicBezTo>
                  <a:cubicBezTo>
                    <a:pt x="298" y="207"/>
                    <a:pt x="360" y="211"/>
                    <a:pt x="419" y="221"/>
                  </a:cubicBezTo>
                  <a:cubicBezTo>
                    <a:pt x="461" y="221"/>
                    <a:pt x="494" y="187"/>
                    <a:pt x="502" y="146"/>
                  </a:cubicBezTo>
                  <a:cubicBezTo>
                    <a:pt x="511" y="104"/>
                    <a:pt x="486" y="62"/>
                    <a:pt x="444" y="54"/>
                  </a:cubicBezTo>
                  <a:cubicBezTo>
                    <a:pt x="369" y="19"/>
                    <a:pt x="290" y="0"/>
                    <a:pt x="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35;p53">
              <a:extLst>
                <a:ext uri="{FF2B5EF4-FFF2-40B4-BE49-F238E27FC236}">
                  <a16:creationId xmlns:a16="http://schemas.microsoft.com/office/drawing/2014/main" id="{8192DB45-C78C-BF0A-4D0E-D440C230A77E}"/>
                </a:ext>
              </a:extLst>
            </p:cNvPr>
            <p:cNvSpPr/>
            <p:nvPr/>
          </p:nvSpPr>
          <p:spPr>
            <a:xfrm>
              <a:off x="706783" y="4064748"/>
              <a:ext cx="32049" cy="9666"/>
            </a:xfrm>
            <a:custGeom>
              <a:avLst/>
              <a:gdLst/>
              <a:ahLst/>
              <a:cxnLst/>
              <a:rect l="l" t="t" r="r" b="b"/>
              <a:pathLst>
                <a:path w="495" h="160" extrusionOk="0">
                  <a:moveTo>
                    <a:pt x="101" y="1"/>
                  </a:moveTo>
                  <a:cubicBezTo>
                    <a:pt x="26" y="1"/>
                    <a:pt x="0" y="126"/>
                    <a:pt x="84" y="134"/>
                  </a:cubicBezTo>
                  <a:cubicBezTo>
                    <a:pt x="134" y="143"/>
                    <a:pt x="193" y="151"/>
                    <a:pt x="251" y="160"/>
                  </a:cubicBezTo>
                  <a:cubicBezTo>
                    <a:pt x="310" y="160"/>
                    <a:pt x="360" y="160"/>
                    <a:pt x="419" y="151"/>
                  </a:cubicBezTo>
                  <a:cubicBezTo>
                    <a:pt x="486" y="151"/>
                    <a:pt x="494" y="59"/>
                    <a:pt x="435" y="42"/>
                  </a:cubicBezTo>
                  <a:cubicBezTo>
                    <a:pt x="327" y="17"/>
                    <a:pt x="21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36;p53">
              <a:extLst>
                <a:ext uri="{FF2B5EF4-FFF2-40B4-BE49-F238E27FC236}">
                  <a16:creationId xmlns:a16="http://schemas.microsoft.com/office/drawing/2014/main" id="{12134617-7829-9A7E-07EF-53C4E38B29B2}"/>
                </a:ext>
              </a:extLst>
            </p:cNvPr>
            <p:cNvSpPr/>
            <p:nvPr/>
          </p:nvSpPr>
          <p:spPr>
            <a:xfrm>
              <a:off x="782080" y="4066016"/>
              <a:ext cx="35804" cy="11780"/>
            </a:xfrm>
            <a:custGeom>
              <a:avLst/>
              <a:gdLst/>
              <a:ahLst/>
              <a:cxnLst/>
              <a:rect l="l" t="t" r="r" b="b"/>
              <a:pathLst>
                <a:path w="553" h="195" extrusionOk="0">
                  <a:moveTo>
                    <a:pt x="261" y="0"/>
                  </a:moveTo>
                  <a:cubicBezTo>
                    <a:pt x="203" y="0"/>
                    <a:pt x="147" y="5"/>
                    <a:pt x="92" y="13"/>
                  </a:cubicBezTo>
                  <a:cubicBezTo>
                    <a:pt x="0" y="38"/>
                    <a:pt x="0" y="164"/>
                    <a:pt x="92" y="189"/>
                  </a:cubicBezTo>
                  <a:cubicBezTo>
                    <a:pt x="147" y="193"/>
                    <a:pt x="203" y="195"/>
                    <a:pt x="261" y="195"/>
                  </a:cubicBezTo>
                  <a:cubicBezTo>
                    <a:pt x="318" y="195"/>
                    <a:pt x="377" y="193"/>
                    <a:pt x="435" y="189"/>
                  </a:cubicBezTo>
                  <a:cubicBezTo>
                    <a:pt x="550" y="189"/>
                    <a:pt x="552" y="13"/>
                    <a:pt x="443" y="13"/>
                  </a:cubicBezTo>
                  <a:cubicBezTo>
                    <a:pt x="440" y="13"/>
                    <a:pt x="438" y="13"/>
                    <a:pt x="435" y="13"/>
                  </a:cubicBezTo>
                  <a:cubicBezTo>
                    <a:pt x="377" y="5"/>
                    <a:pt x="318" y="0"/>
                    <a:pt x="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7;p53">
              <a:extLst>
                <a:ext uri="{FF2B5EF4-FFF2-40B4-BE49-F238E27FC236}">
                  <a16:creationId xmlns:a16="http://schemas.microsoft.com/office/drawing/2014/main" id="{F8C3997B-C659-F1EC-44B0-B03BAAC51414}"/>
                </a:ext>
              </a:extLst>
            </p:cNvPr>
            <p:cNvSpPr/>
            <p:nvPr/>
          </p:nvSpPr>
          <p:spPr>
            <a:xfrm>
              <a:off x="839507" y="4069218"/>
              <a:ext cx="33279" cy="9968"/>
            </a:xfrm>
            <a:custGeom>
              <a:avLst/>
              <a:gdLst/>
              <a:ahLst/>
              <a:cxnLst/>
              <a:rect l="l" t="t" r="r" b="b"/>
              <a:pathLst>
                <a:path w="514" h="165" extrusionOk="0">
                  <a:moveTo>
                    <a:pt x="417" y="1"/>
                  </a:moveTo>
                  <a:cubicBezTo>
                    <a:pt x="412" y="1"/>
                    <a:pt x="407" y="1"/>
                    <a:pt x="402" y="2"/>
                  </a:cubicBezTo>
                  <a:cubicBezTo>
                    <a:pt x="285" y="2"/>
                    <a:pt x="176" y="19"/>
                    <a:pt x="67" y="44"/>
                  </a:cubicBezTo>
                  <a:cubicBezTo>
                    <a:pt x="0" y="60"/>
                    <a:pt x="17" y="161"/>
                    <a:pt x="84" y="161"/>
                  </a:cubicBezTo>
                  <a:cubicBezTo>
                    <a:pt x="116" y="163"/>
                    <a:pt x="148" y="164"/>
                    <a:pt x="181" y="164"/>
                  </a:cubicBezTo>
                  <a:cubicBezTo>
                    <a:pt x="261" y="164"/>
                    <a:pt x="344" y="158"/>
                    <a:pt x="427" y="152"/>
                  </a:cubicBezTo>
                  <a:cubicBezTo>
                    <a:pt x="514" y="137"/>
                    <a:pt x="503" y="1"/>
                    <a:pt x="4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38;p53">
              <a:extLst>
                <a:ext uri="{FF2B5EF4-FFF2-40B4-BE49-F238E27FC236}">
                  <a16:creationId xmlns:a16="http://schemas.microsoft.com/office/drawing/2014/main" id="{752BB598-418E-D46E-4985-398BE0AE4286}"/>
                </a:ext>
              </a:extLst>
            </p:cNvPr>
            <p:cNvSpPr/>
            <p:nvPr/>
          </p:nvSpPr>
          <p:spPr>
            <a:xfrm>
              <a:off x="908265" y="4064264"/>
              <a:ext cx="32049" cy="6102"/>
            </a:xfrm>
            <a:custGeom>
              <a:avLst/>
              <a:gdLst/>
              <a:ahLst/>
              <a:cxnLst/>
              <a:rect l="l" t="t" r="r" b="b"/>
              <a:pathLst>
                <a:path w="495" h="101" extrusionOk="0">
                  <a:moveTo>
                    <a:pt x="59" y="0"/>
                  </a:moveTo>
                  <a:cubicBezTo>
                    <a:pt x="1" y="0"/>
                    <a:pt x="1" y="101"/>
                    <a:pt x="59" y="101"/>
                  </a:cubicBezTo>
                  <a:lnTo>
                    <a:pt x="436" y="101"/>
                  </a:lnTo>
                  <a:cubicBezTo>
                    <a:pt x="494" y="101"/>
                    <a:pt x="494" y="0"/>
                    <a:pt x="4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39;p53">
              <a:extLst>
                <a:ext uri="{FF2B5EF4-FFF2-40B4-BE49-F238E27FC236}">
                  <a16:creationId xmlns:a16="http://schemas.microsoft.com/office/drawing/2014/main" id="{73C570C4-31BA-5E64-4AF8-CAC787FE53CA}"/>
                </a:ext>
              </a:extLst>
            </p:cNvPr>
            <p:cNvSpPr/>
            <p:nvPr/>
          </p:nvSpPr>
          <p:spPr>
            <a:xfrm>
              <a:off x="966211" y="4062331"/>
              <a:ext cx="33085" cy="9545"/>
            </a:xfrm>
            <a:custGeom>
              <a:avLst/>
              <a:gdLst/>
              <a:ahLst/>
              <a:cxnLst/>
              <a:rect l="l" t="t" r="r" b="b"/>
              <a:pathLst>
                <a:path w="511" h="158" extrusionOk="0">
                  <a:moveTo>
                    <a:pt x="260" y="1"/>
                  </a:moveTo>
                  <a:cubicBezTo>
                    <a:pt x="208" y="1"/>
                    <a:pt x="155" y="3"/>
                    <a:pt x="101" y="7"/>
                  </a:cubicBezTo>
                  <a:cubicBezTo>
                    <a:pt x="1" y="7"/>
                    <a:pt x="1" y="158"/>
                    <a:pt x="101" y="158"/>
                  </a:cubicBezTo>
                  <a:cubicBezTo>
                    <a:pt x="210" y="158"/>
                    <a:pt x="310" y="158"/>
                    <a:pt x="419" y="149"/>
                  </a:cubicBezTo>
                  <a:cubicBezTo>
                    <a:pt x="511" y="149"/>
                    <a:pt x="511" y="7"/>
                    <a:pt x="419" y="7"/>
                  </a:cubicBezTo>
                  <a:cubicBezTo>
                    <a:pt x="365" y="3"/>
                    <a:pt x="312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0;p53">
              <a:extLst>
                <a:ext uri="{FF2B5EF4-FFF2-40B4-BE49-F238E27FC236}">
                  <a16:creationId xmlns:a16="http://schemas.microsoft.com/office/drawing/2014/main" id="{2A9C6375-ABFA-8D79-5744-E4571DF8D238}"/>
                </a:ext>
              </a:extLst>
            </p:cNvPr>
            <p:cNvSpPr/>
            <p:nvPr/>
          </p:nvSpPr>
          <p:spPr>
            <a:xfrm>
              <a:off x="1035552" y="4058525"/>
              <a:ext cx="30948" cy="13230"/>
            </a:xfrm>
            <a:custGeom>
              <a:avLst/>
              <a:gdLst/>
              <a:ahLst/>
              <a:cxnLst/>
              <a:rect l="l" t="t" r="r" b="b"/>
              <a:pathLst>
                <a:path w="478" h="219" extrusionOk="0">
                  <a:moveTo>
                    <a:pt x="127" y="1"/>
                  </a:moveTo>
                  <a:cubicBezTo>
                    <a:pt x="29" y="1"/>
                    <a:pt x="0" y="140"/>
                    <a:pt x="101" y="179"/>
                  </a:cubicBezTo>
                  <a:cubicBezTo>
                    <a:pt x="152" y="206"/>
                    <a:pt x="210" y="219"/>
                    <a:pt x="269" y="219"/>
                  </a:cubicBezTo>
                  <a:cubicBezTo>
                    <a:pt x="317" y="219"/>
                    <a:pt x="365" y="211"/>
                    <a:pt x="410" y="196"/>
                  </a:cubicBezTo>
                  <a:cubicBezTo>
                    <a:pt x="444" y="187"/>
                    <a:pt x="469" y="154"/>
                    <a:pt x="477" y="112"/>
                  </a:cubicBezTo>
                  <a:cubicBezTo>
                    <a:pt x="477" y="78"/>
                    <a:pt x="452" y="45"/>
                    <a:pt x="410" y="28"/>
                  </a:cubicBezTo>
                  <a:cubicBezTo>
                    <a:pt x="369" y="28"/>
                    <a:pt x="318" y="20"/>
                    <a:pt x="277" y="12"/>
                  </a:cubicBezTo>
                  <a:cubicBezTo>
                    <a:pt x="235" y="12"/>
                    <a:pt x="193" y="12"/>
                    <a:pt x="151" y="3"/>
                  </a:cubicBezTo>
                  <a:cubicBezTo>
                    <a:pt x="143" y="1"/>
                    <a:pt x="134" y="1"/>
                    <a:pt x="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1;p53">
              <a:extLst>
                <a:ext uri="{FF2B5EF4-FFF2-40B4-BE49-F238E27FC236}">
                  <a16:creationId xmlns:a16="http://schemas.microsoft.com/office/drawing/2014/main" id="{6AF300AF-95B2-9FAE-41C1-55D6E40A2FF6}"/>
                </a:ext>
              </a:extLst>
            </p:cNvPr>
            <p:cNvSpPr/>
            <p:nvPr/>
          </p:nvSpPr>
          <p:spPr>
            <a:xfrm>
              <a:off x="435441" y="4132651"/>
              <a:ext cx="40142" cy="10814"/>
            </a:xfrm>
            <a:custGeom>
              <a:avLst/>
              <a:gdLst/>
              <a:ahLst/>
              <a:cxnLst/>
              <a:rect l="l" t="t" r="r" b="b"/>
              <a:pathLst>
                <a:path w="620" h="179" extrusionOk="0">
                  <a:moveTo>
                    <a:pt x="277" y="0"/>
                  </a:moveTo>
                  <a:cubicBezTo>
                    <a:pt x="218" y="0"/>
                    <a:pt x="160" y="2"/>
                    <a:pt x="101" y="6"/>
                  </a:cubicBezTo>
                  <a:cubicBezTo>
                    <a:pt x="0" y="14"/>
                    <a:pt x="0" y="165"/>
                    <a:pt x="101" y="173"/>
                  </a:cubicBezTo>
                  <a:cubicBezTo>
                    <a:pt x="160" y="177"/>
                    <a:pt x="218" y="179"/>
                    <a:pt x="277" y="179"/>
                  </a:cubicBezTo>
                  <a:cubicBezTo>
                    <a:pt x="361" y="179"/>
                    <a:pt x="444" y="175"/>
                    <a:pt x="527" y="165"/>
                  </a:cubicBezTo>
                  <a:cubicBezTo>
                    <a:pt x="619" y="157"/>
                    <a:pt x="619" y="23"/>
                    <a:pt x="527" y="14"/>
                  </a:cubicBezTo>
                  <a:cubicBezTo>
                    <a:pt x="444" y="5"/>
                    <a:pt x="361" y="0"/>
                    <a:pt x="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42;p53">
              <a:extLst>
                <a:ext uri="{FF2B5EF4-FFF2-40B4-BE49-F238E27FC236}">
                  <a16:creationId xmlns:a16="http://schemas.microsoft.com/office/drawing/2014/main" id="{E8CE9125-518B-614D-7C68-50B1B23EED38}"/>
                </a:ext>
              </a:extLst>
            </p:cNvPr>
            <p:cNvSpPr/>
            <p:nvPr/>
          </p:nvSpPr>
          <p:spPr>
            <a:xfrm>
              <a:off x="499085" y="4132409"/>
              <a:ext cx="38782" cy="12807"/>
            </a:xfrm>
            <a:custGeom>
              <a:avLst/>
              <a:gdLst/>
              <a:ahLst/>
              <a:cxnLst/>
              <a:rect l="l" t="t" r="r" b="b"/>
              <a:pathLst>
                <a:path w="599" h="212" extrusionOk="0">
                  <a:moveTo>
                    <a:pt x="106" y="0"/>
                  </a:moveTo>
                  <a:cubicBezTo>
                    <a:pt x="26" y="0"/>
                    <a:pt x="1" y="121"/>
                    <a:pt x="80" y="152"/>
                  </a:cubicBezTo>
                  <a:cubicBezTo>
                    <a:pt x="214" y="194"/>
                    <a:pt x="356" y="211"/>
                    <a:pt x="498" y="211"/>
                  </a:cubicBezTo>
                  <a:cubicBezTo>
                    <a:pt x="501" y="211"/>
                    <a:pt x="503" y="211"/>
                    <a:pt x="506" y="211"/>
                  </a:cubicBezTo>
                  <a:cubicBezTo>
                    <a:pt x="598" y="211"/>
                    <a:pt x="596" y="69"/>
                    <a:pt x="506" y="69"/>
                  </a:cubicBezTo>
                  <a:cubicBezTo>
                    <a:pt x="372" y="52"/>
                    <a:pt x="247" y="35"/>
                    <a:pt x="121" y="2"/>
                  </a:cubicBezTo>
                  <a:cubicBezTo>
                    <a:pt x="116" y="1"/>
                    <a:pt x="111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3;p53">
              <a:extLst>
                <a:ext uri="{FF2B5EF4-FFF2-40B4-BE49-F238E27FC236}">
                  <a16:creationId xmlns:a16="http://schemas.microsoft.com/office/drawing/2014/main" id="{E5414932-3310-0C86-E832-55F014B37D33}"/>
                </a:ext>
              </a:extLst>
            </p:cNvPr>
            <p:cNvSpPr/>
            <p:nvPr/>
          </p:nvSpPr>
          <p:spPr>
            <a:xfrm>
              <a:off x="571921" y="4142559"/>
              <a:ext cx="32567" cy="9183"/>
            </a:xfrm>
            <a:custGeom>
              <a:avLst/>
              <a:gdLst/>
              <a:ahLst/>
              <a:cxnLst/>
              <a:rect l="l" t="t" r="r" b="b"/>
              <a:pathLst>
                <a:path w="503" h="152" extrusionOk="0">
                  <a:moveTo>
                    <a:pt x="299" y="1"/>
                  </a:moveTo>
                  <a:cubicBezTo>
                    <a:pt x="219" y="1"/>
                    <a:pt x="137" y="12"/>
                    <a:pt x="59" y="34"/>
                  </a:cubicBezTo>
                  <a:cubicBezTo>
                    <a:pt x="17" y="51"/>
                    <a:pt x="0" y="135"/>
                    <a:pt x="59" y="143"/>
                  </a:cubicBezTo>
                  <a:cubicBezTo>
                    <a:pt x="101" y="149"/>
                    <a:pt x="144" y="151"/>
                    <a:pt x="186" y="151"/>
                  </a:cubicBezTo>
                  <a:cubicBezTo>
                    <a:pt x="272" y="151"/>
                    <a:pt x="357" y="140"/>
                    <a:pt x="435" y="118"/>
                  </a:cubicBezTo>
                  <a:cubicBezTo>
                    <a:pt x="502" y="101"/>
                    <a:pt x="477" y="18"/>
                    <a:pt x="419" y="9"/>
                  </a:cubicBezTo>
                  <a:cubicBezTo>
                    <a:pt x="380" y="4"/>
                    <a:pt x="340" y="1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4;p53">
              <a:extLst>
                <a:ext uri="{FF2B5EF4-FFF2-40B4-BE49-F238E27FC236}">
                  <a16:creationId xmlns:a16="http://schemas.microsoft.com/office/drawing/2014/main" id="{2E4D272C-F697-5F9D-C23A-4B567DB2EA0F}"/>
                </a:ext>
              </a:extLst>
            </p:cNvPr>
            <p:cNvSpPr/>
            <p:nvPr/>
          </p:nvSpPr>
          <p:spPr>
            <a:xfrm>
              <a:off x="634723" y="4142982"/>
              <a:ext cx="32049" cy="13049"/>
            </a:xfrm>
            <a:custGeom>
              <a:avLst/>
              <a:gdLst/>
              <a:ahLst/>
              <a:cxnLst/>
              <a:rect l="l" t="t" r="r" b="b"/>
              <a:pathLst>
                <a:path w="495" h="216" extrusionOk="0">
                  <a:moveTo>
                    <a:pt x="239" y="0"/>
                  </a:moveTo>
                  <a:cubicBezTo>
                    <a:pt x="191" y="0"/>
                    <a:pt x="143" y="6"/>
                    <a:pt x="93" y="19"/>
                  </a:cubicBezTo>
                  <a:cubicBezTo>
                    <a:pt x="1" y="44"/>
                    <a:pt x="1" y="170"/>
                    <a:pt x="93" y="203"/>
                  </a:cubicBezTo>
                  <a:cubicBezTo>
                    <a:pt x="143" y="211"/>
                    <a:pt x="191" y="216"/>
                    <a:pt x="239" y="216"/>
                  </a:cubicBezTo>
                  <a:cubicBezTo>
                    <a:pt x="287" y="216"/>
                    <a:pt x="335" y="211"/>
                    <a:pt x="386" y="203"/>
                  </a:cubicBezTo>
                  <a:cubicBezTo>
                    <a:pt x="494" y="186"/>
                    <a:pt x="494" y="27"/>
                    <a:pt x="386" y="19"/>
                  </a:cubicBezTo>
                  <a:cubicBezTo>
                    <a:pt x="335" y="6"/>
                    <a:pt x="287" y="0"/>
                    <a:pt x="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5;p53">
              <a:extLst>
                <a:ext uri="{FF2B5EF4-FFF2-40B4-BE49-F238E27FC236}">
                  <a16:creationId xmlns:a16="http://schemas.microsoft.com/office/drawing/2014/main" id="{DD1CE7BE-6629-90D4-61C1-3EC7CB441D63}"/>
                </a:ext>
              </a:extLst>
            </p:cNvPr>
            <p:cNvSpPr/>
            <p:nvPr/>
          </p:nvSpPr>
          <p:spPr>
            <a:xfrm>
              <a:off x="732227" y="4142559"/>
              <a:ext cx="34768" cy="9183"/>
            </a:xfrm>
            <a:custGeom>
              <a:avLst/>
              <a:gdLst/>
              <a:ahLst/>
              <a:cxnLst/>
              <a:rect l="l" t="t" r="r" b="b"/>
              <a:pathLst>
                <a:path w="537" h="152" extrusionOk="0">
                  <a:moveTo>
                    <a:pt x="84" y="1"/>
                  </a:moveTo>
                  <a:cubicBezTo>
                    <a:pt x="17" y="1"/>
                    <a:pt x="1" y="110"/>
                    <a:pt x="68" y="118"/>
                  </a:cubicBezTo>
                  <a:cubicBezTo>
                    <a:pt x="193" y="135"/>
                    <a:pt x="327" y="143"/>
                    <a:pt x="452" y="151"/>
                  </a:cubicBezTo>
                  <a:cubicBezTo>
                    <a:pt x="536" y="151"/>
                    <a:pt x="536" y="34"/>
                    <a:pt x="452" y="26"/>
                  </a:cubicBezTo>
                  <a:cubicBezTo>
                    <a:pt x="327" y="9"/>
                    <a:pt x="210" y="1"/>
                    <a:pt x="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6;p53">
              <a:extLst>
                <a:ext uri="{FF2B5EF4-FFF2-40B4-BE49-F238E27FC236}">
                  <a16:creationId xmlns:a16="http://schemas.microsoft.com/office/drawing/2014/main" id="{A3119585-8282-53E9-E864-D5C2CE16313F}"/>
                </a:ext>
              </a:extLst>
            </p:cNvPr>
            <p:cNvSpPr/>
            <p:nvPr/>
          </p:nvSpPr>
          <p:spPr>
            <a:xfrm>
              <a:off x="822156" y="4136880"/>
              <a:ext cx="25510" cy="10814"/>
            </a:xfrm>
            <a:custGeom>
              <a:avLst/>
              <a:gdLst/>
              <a:ahLst/>
              <a:cxnLst/>
              <a:rect l="l" t="t" r="r" b="b"/>
              <a:pathLst>
                <a:path w="394" h="179" extrusionOk="0">
                  <a:moveTo>
                    <a:pt x="81" y="1"/>
                  </a:moveTo>
                  <a:cubicBezTo>
                    <a:pt x="48" y="1"/>
                    <a:pt x="23" y="18"/>
                    <a:pt x="9" y="53"/>
                  </a:cubicBezTo>
                  <a:cubicBezTo>
                    <a:pt x="0" y="95"/>
                    <a:pt x="25" y="128"/>
                    <a:pt x="59" y="145"/>
                  </a:cubicBezTo>
                  <a:cubicBezTo>
                    <a:pt x="115" y="167"/>
                    <a:pt x="170" y="179"/>
                    <a:pt x="229" y="179"/>
                  </a:cubicBezTo>
                  <a:cubicBezTo>
                    <a:pt x="258" y="179"/>
                    <a:pt x="288" y="176"/>
                    <a:pt x="318" y="170"/>
                  </a:cubicBezTo>
                  <a:cubicBezTo>
                    <a:pt x="394" y="145"/>
                    <a:pt x="377" y="28"/>
                    <a:pt x="293" y="28"/>
                  </a:cubicBezTo>
                  <a:cubicBezTo>
                    <a:pt x="226" y="28"/>
                    <a:pt x="159" y="28"/>
                    <a:pt x="101" y="3"/>
                  </a:cubicBezTo>
                  <a:cubicBezTo>
                    <a:pt x="94" y="1"/>
                    <a:pt x="87" y="1"/>
                    <a:pt x="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7;p53">
              <a:extLst>
                <a:ext uri="{FF2B5EF4-FFF2-40B4-BE49-F238E27FC236}">
                  <a16:creationId xmlns:a16="http://schemas.microsoft.com/office/drawing/2014/main" id="{DD5B9CBB-5980-673F-A4FC-A030538EF5F5}"/>
                </a:ext>
              </a:extLst>
            </p:cNvPr>
            <p:cNvSpPr/>
            <p:nvPr/>
          </p:nvSpPr>
          <p:spPr>
            <a:xfrm>
              <a:off x="901791" y="4136820"/>
              <a:ext cx="23179" cy="10089"/>
            </a:xfrm>
            <a:custGeom>
              <a:avLst/>
              <a:gdLst/>
              <a:ahLst/>
              <a:cxnLst/>
              <a:rect l="l" t="t" r="r" b="b"/>
              <a:pathLst>
                <a:path w="358" h="167" extrusionOk="0">
                  <a:moveTo>
                    <a:pt x="82" y="0"/>
                  </a:moveTo>
                  <a:cubicBezTo>
                    <a:pt x="59" y="0"/>
                    <a:pt x="36" y="15"/>
                    <a:pt x="25" y="37"/>
                  </a:cubicBezTo>
                  <a:cubicBezTo>
                    <a:pt x="0" y="71"/>
                    <a:pt x="17" y="113"/>
                    <a:pt x="50" y="129"/>
                  </a:cubicBezTo>
                  <a:cubicBezTo>
                    <a:pt x="88" y="154"/>
                    <a:pt x="132" y="167"/>
                    <a:pt x="176" y="167"/>
                  </a:cubicBezTo>
                  <a:cubicBezTo>
                    <a:pt x="220" y="167"/>
                    <a:pt x="264" y="154"/>
                    <a:pt x="301" y="129"/>
                  </a:cubicBezTo>
                  <a:cubicBezTo>
                    <a:pt x="357" y="89"/>
                    <a:pt x="322" y="12"/>
                    <a:pt x="260" y="12"/>
                  </a:cubicBezTo>
                  <a:cubicBezTo>
                    <a:pt x="257" y="12"/>
                    <a:pt x="254" y="12"/>
                    <a:pt x="251" y="12"/>
                  </a:cubicBezTo>
                  <a:cubicBezTo>
                    <a:pt x="233" y="19"/>
                    <a:pt x="214" y="22"/>
                    <a:pt x="195" y="22"/>
                  </a:cubicBezTo>
                  <a:cubicBezTo>
                    <a:pt x="168" y="22"/>
                    <a:pt x="141" y="17"/>
                    <a:pt x="117" y="12"/>
                  </a:cubicBezTo>
                  <a:cubicBezTo>
                    <a:pt x="106" y="4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8;p53">
              <a:extLst>
                <a:ext uri="{FF2B5EF4-FFF2-40B4-BE49-F238E27FC236}">
                  <a16:creationId xmlns:a16="http://schemas.microsoft.com/office/drawing/2014/main" id="{9BF59C64-AA7C-D5D3-D6F4-22508FB9BFB2}"/>
                </a:ext>
              </a:extLst>
            </p:cNvPr>
            <p:cNvSpPr/>
            <p:nvPr/>
          </p:nvSpPr>
          <p:spPr>
            <a:xfrm>
              <a:off x="985181" y="4137001"/>
              <a:ext cx="13078" cy="8397"/>
            </a:xfrm>
            <a:custGeom>
              <a:avLst/>
              <a:gdLst/>
              <a:ahLst/>
              <a:cxnLst/>
              <a:rect l="l" t="t" r="r" b="b"/>
              <a:pathLst>
                <a:path w="202" h="139" extrusionOk="0">
                  <a:moveTo>
                    <a:pt x="76" y="1"/>
                  </a:moveTo>
                  <a:cubicBezTo>
                    <a:pt x="0" y="9"/>
                    <a:pt x="0" y="126"/>
                    <a:pt x="76" y="135"/>
                  </a:cubicBezTo>
                  <a:cubicBezTo>
                    <a:pt x="83" y="137"/>
                    <a:pt x="91" y="138"/>
                    <a:pt x="100" y="138"/>
                  </a:cubicBezTo>
                  <a:cubicBezTo>
                    <a:pt x="120" y="138"/>
                    <a:pt x="142" y="132"/>
                    <a:pt x="159" y="126"/>
                  </a:cubicBezTo>
                  <a:cubicBezTo>
                    <a:pt x="201" y="101"/>
                    <a:pt x="201" y="43"/>
                    <a:pt x="159" y="18"/>
                  </a:cubicBezTo>
                  <a:cubicBezTo>
                    <a:pt x="134" y="1"/>
                    <a:pt x="101" y="1"/>
                    <a:pt x="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9;p53">
              <a:extLst>
                <a:ext uri="{FF2B5EF4-FFF2-40B4-BE49-F238E27FC236}">
                  <a16:creationId xmlns:a16="http://schemas.microsoft.com/office/drawing/2014/main" id="{B7CB266E-56B0-6709-C649-5C5F1B1C40F5}"/>
                </a:ext>
              </a:extLst>
            </p:cNvPr>
            <p:cNvSpPr/>
            <p:nvPr/>
          </p:nvSpPr>
          <p:spPr>
            <a:xfrm>
              <a:off x="1055622" y="4130658"/>
              <a:ext cx="28294" cy="13110"/>
            </a:xfrm>
            <a:custGeom>
              <a:avLst/>
              <a:gdLst/>
              <a:ahLst/>
              <a:cxnLst/>
              <a:rect l="l" t="t" r="r" b="b"/>
              <a:pathLst>
                <a:path w="437" h="217" extrusionOk="0">
                  <a:moveTo>
                    <a:pt x="104" y="0"/>
                  </a:moveTo>
                  <a:cubicBezTo>
                    <a:pt x="71" y="0"/>
                    <a:pt x="41" y="15"/>
                    <a:pt x="25" y="47"/>
                  </a:cubicBezTo>
                  <a:cubicBezTo>
                    <a:pt x="0" y="89"/>
                    <a:pt x="17" y="148"/>
                    <a:pt x="59" y="181"/>
                  </a:cubicBezTo>
                  <a:cubicBezTo>
                    <a:pt x="101" y="204"/>
                    <a:pt x="149" y="217"/>
                    <a:pt x="198" y="217"/>
                  </a:cubicBezTo>
                  <a:cubicBezTo>
                    <a:pt x="254" y="217"/>
                    <a:pt x="310" y="200"/>
                    <a:pt x="360" y="164"/>
                  </a:cubicBezTo>
                  <a:cubicBezTo>
                    <a:pt x="436" y="126"/>
                    <a:pt x="401" y="11"/>
                    <a:pt x="324" y="11"/>
                  </a:cubicBezTo>
                  <a:cubicBezTo>
                    <a:pt x="316" y="11"/>
                    <a:pt x="309" y="12"/>
                    <a:pt x="301" y="14"/>
                  </a:cubicBezTo>
                  <a:cubicBezTo>
                    <a:pt x="276" y="22"/>
                    <a:pt x="251" y="26"/>
                    <a:pt x="227" y="26"/>
                  </a:cubicBezTo>
                  <a:cubicBezTo>
                    <a:pt x="203" y="26"/>
                    <a:pt x="180" y="22"/>
                    <a:pt x="159" y="14"/>
                  </a:cubicBezTo>
                  <a:cubicBezTo>
                    <a:pt x="141" y="5"/>
                    <a:pt x="122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50;p53">
              <a:extLst>
                <a:ext uri="{FF2B5EF4-FFF2-40B4-BE49-F238E27FC236}">
                  <a16:creationId xmlns:a16="http://schemas.microsoft.com/office/drawing/2014/main" id="{56A3CD7D-6AD0-D071-23C5-209A00804075}"/>
                </a:ext>
              </a:extLst>
            </p:cNvPr>
            <p:cNvSpPr/>
            <p:nvPr/>
          </p:nvSpPr>
          <p:spPr>
            <a:xfrm>
              <a:off x="1119136" y="4133376"/>
              <a:ext cx="22920" cy="8579"/>
            </a:xfrm>
            <a:custGeom>
              <a:avLst/>
              <a:gdLst/>
              <a:ahLst/>
              <a:cxnLst/>
              <a:rect l="l" t="t" r="r" b="b"/>
              <a:pathLst>
                <a:path w="354" h="142" extrusionOk="0">
                  <a:moveTo>
                    <a:pt x="281" y="0"/>
                  </a:moveTo>
                  <a:cubicBezTo>
                    <a:pt x="276" y="0"/>
                    <a:pt x="271" y="1"/>
                    <a:pt x="266" y="2"/>
                  </a:cubicBezTo>
                  <a:cubicBezTo>
                    <a:pt x="223" y="15"/>
                    <a:pt x="184" y="22"/>
                    <a:pt x="147" y="22"/>
                  </a:cubicBezTo>
                  <a:cubicBezTo>
                    <a:pt x="133" y="22"/>
                    <a:pt x="120" y="21"/>
                    <a:pt x="107" y="19"/>
                  </a:cubicBezTo>
                  <a:cubicBezTo>
                    <a:pt x="104" y="19"/>
                    <a:pt x="101" y="19"/>
                    <a:pt x="98" y="19"/>
                  </a:cubicBezTo>
                  <a:cubicBezTo>
                    <a:pt x="29" y="19"/>
                    <a:pt x="1" y="112"/>
                    <a:pt x="73" y="128"/>
                  </a:cubicBezTo>
                  <a:cubicBezTo>
                    <a:pt x="101" y="137"/>
                    <a:pt x="131" y="142"/>
                    <a:pt x="160" y="142"/>
                  </a:cubicBezTo>
                  <a:cubicBezTo>
                    <a:pt x="210" y="142"/>
                    <a:pt x="260" y="129"/>
                    <a:pt x="307" y="103"/>
                  </a:cubicBezTo>
                  <a:cubicBezTo>
                    <a:pt x="353" y="72"/>
                    <a:pt x="329" y="0"/>
                    <a:pt x="2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51;p53">
              <a:extLst>
                <a:ext uri="{FF2B5EF4-FFF2-40B4-BE49-F238E27FC236}">
                  <a16:creationId xmlns:a16="http://schemas.microsoft.com/office/drawing/2014/main" id="{D6A2DEAC-0E0A-52F8-D06F-971ABE41FA7A}"/>
                </a:ext>
              </a:extLst>
            </p:cNvPr>
            <p:cNvSpPr/>
            <p:nvPr/>
          </p:nvSpPr>
          <p:spPr>
            <a:xfrm>
              <a:off x="1180772" y="4130839"/>
              <a:ext cx="28164" cy="12626"/>
            </a:xfrm>
            <a:custGeom>
              <a:avLst/>
              <a:gdLst/>
              <a:ahLst/>
              <a:cxnLst/>
              <a:rect l="l" t="t" r="r" b="b"/>
              <a:pathLst>
                <a:path w="435" h="209" extrusionOk="0">
                  <a:moveTo>
                    <a:pt x="252" y="1"/>
                  </a:moveTo>
                  <a:cubicBezTo>
                    <a:pt x="193" y="1"/>
                    <a:pt x="135" y="16"/>
                    <a:pt x="83" y="44"/>
                  </a:cubicBezTo>
                  <a:cubicBezTo>
                    <a:pt x="0" y="82"/>
                    <a:pt x="46" y="208"/>
                    <a:pt x="124" y="208"/>
                  </a:cubicBezTo>
                  <a:cubicBezTo>
                    <a:pt x="132" y="208"/>
                    <a:pt x="141" y="207"/>
                    <a:pt x="150" y="203"/>
                  </a:cubicBezTo>
                  <a:cubicBezTo>
                    <a:pt x="217" y="187"/>
                    <a:pt x="292" y="178"/>
                    <a:pt x="359" y="170"/>
                  </a:cubicBezTo>
                  <a:cubicBezTo>
                    <a:pt x="426" y="145"/>
                    <a:pt x="435" y="61"/>
                    <a:pt x="384" y="28"/>
                  </a:cubicBezTo>
                  <a:cubicBezTo>
                    <a:pt x="341" y="10"/>
                    <a:pt x="296" y="1"/>
                    <a:pt x="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52;p53">
              <a:extLst>
                <a:ext uri="{FF2B5EF4-FFF2-40B4-BE49-F238E27FC236}">
                  <a16:creationId xmlns:a16="http://schemas.microsoft.com/office/drawing/2014/main" id="{6337F7F1-8C1B-8901-65A4-9E66B889DBC3}"/>
                </a:ext>
              </a:extLst>
            </p:cNvPr>
            <p:cNvSpPr/>
            <p:nvPr/>
          </p:nvSpPr>
          <p:spPr>
            <a:xfrm>
              <a:off x="440297" y="4193728"/>
              <a:ext cx="29329" cy="10935"/>
            </a:xfrm>
            <a:custGeom>
              <a:avLst/>
              <a:gdLst/>
              <a:ahLst/>
              <a:cxnLst/>
              <a:rect l="l" t="t" r="r" b="b"/>
              <a:pathLst>
                <a:path w="453" h="181" extrusionOk="0">
                  <a:moveTo>
                    <a:pt x="226" y="1"/>
                  </a:moveTo>
                  <a:cubicBezTo>
                    <a:pt x="178" y="1"/>
                    <a:pt x="130" y="3"/>
                    <a:pt x="84" y="7"/>
                  </a:cubicBezTo>
                  <a:cubicBezTo>
                    <a:pt x="0" y="32"/>
                    <a:pt x="0" y="141"/>
                    <a:pt x="84" y="175"/>
                  </a:cubicBezTo>
                  <a:cubicBezTo>
                    <a:pt x="130" y="179"/>
                    <a:pt x="178" y="181"/>
                    <a:pt x="226" y="181"/>
                  </a:cubicBezTo>
                  <a:cubicBezTo>
                    <a:pt x="274" y="181"/>
                    <a:pt x="323" y="179"/>
                    <a:pt x="369" y="175"/>
                  </a:cubicBezTo>
                  <a:cubicBezTo>
                    <a:pt x="452" y="141"/>
                    <a:pt x="452" y="32"/>
                    <a:pt x="369" y="7"/>
                  </a:cubicBezTo>
                  <a:cubicBezTo>
                    <a:pt x="323" y="3"/>
                    <a:pt x="274" y="1"/>
                    <a:pt x="2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53;p53">
              <a:extLst>
                <a:ext uri="{FF2B5EF4-FFF2-40B4-BE49-F238E27FC236}">
                  <a16:creationId xmlns:a16="http://schemas.microsoft.com/office/drawing/2014/main" id="{BBC112C3-B2E2-EBED-9495-4DD2393ECBB7}"/>
                </a:ext>
              </a:extLst>
            </p:cNvPr>
            <p:cNvSpPr/>
            <p:nvPr/>
          </p:nvSpPr>
          <p:spPr>
            <a:xfrm>
              <a:off x="504199" y="4197292"/>
              <a:ext cx="41761" cy="10935"/>
            </a:xfrm>
            <a:custGeom>
              <a:avLst/>
              <a:gdLst/>
              <a:ahLst/>
              <a:cxnLst/>
              <a:rect l="l" t="t" r="r" b="b"/>
              <a:pathLst>
                <a:path w="645" h="181" extrusionOk="0">
                  <a:moveTo>
                    <a:pt x="323" y="0"/>
                  </a:moveTo>
                  <a:cubicBezTo>
                    <a:pt x="252" y="0"/>
                    <a:pt x="181" y="3"/>
                    <a:pt x="109" y="7"/>
                  </a:cubicBezTo>
                  <a:cubicBezTo>
                    <a:pt x="1" y="7"/>
                    <a:pt x="1" y="174"/>
                    <a:pt x="109" y="174"/>
                  </a:cubicBezTo>
                  <a:cubicBezTo>
                    <a:pt x="181" y="178"/>
                    <a:pt x="252" y="180"/>
                    <a:pt x="323" y="180"/>
                  </a:cubicBezTo>
                  <a:cubicBezTo>
                    <a:pt x="394" y="180"/>
                    <a:pt x="465" y="178"/>
                    <a:pt x="536" y="174"/>
                  </a:cubicBezTo>
                  <a:cubicBezTo>
                    <a:pt x="645" y="174"/>
                    <a:pt x="645" y="7"/>
                    <a:pt x="536" y="7"/>
                  </a:cubicBezTo>
                  <a:cubicBezTo>
                    <a:pt x="465" y="3"/>
                    <a:pt x="394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54;p53">
              <a:extLst>
                <a:ext uri="{FF2B5EF4-FFF2-40B4-BE49-F238E27FC236}">
                  <a16:creationId xmlns:a16="http://schemas.microsoft.com/office/drawing/2014/main" id="{BD0FCD7D-EFE6-9F8E-0F40-88F7E975440A}"/>
                </a:ext>
              </a:extLst>
            </p:cNvPr>
            <p:cNvSpPr/>
            <p:nvPr/>
          </p:nvSpPr>
          <p:spPr>
            <a:xfrm>
              <a:off x="569914" y="4201159"/>
              <a:ext cx="24085" cy="8216"/>
            </a:xfrm>
            <a:custGeom>
              <a:avLst/>
              <a:gdLst/>
              <a:ahLst/>
              <a:cxnLst/>
              <a:rect l="l" t="t" r="r" b="b"/>
              <a:pathLst>
                <a:path w="372" h="136" extrusionOk="0">
                  <a:moveTo>
                    <a:pt x="73" y="1"/>
                  </a:moveTo>
                  <a:cubicBezTo>
                    <a:pt x="6" y="1"/>
                    <a:pt x="1" y="94"/>
                    <a:pt x="65" y="102"/>
                  </a:cubicBezTo>
                  <a:lnTo>
                    <a:pt x="182" y="127"/>
                  </a:lnTo>
                  <a:cubicBezTo>
                    <a:pt x="215" y="135"/>
                    <a:pt x="257" y="135"/>
                    <a:pt x="291" y="135"/>
                  </a:cubicBezTo>
                  <a:cubicBezTo>
                    <a:pt x="293" y="136"/>
                    <a:pt x="296" y="136"/>
                    <a:pt x="298" y="136"/>
                  </a:cubicBezTo>
                  <a:cubicBezTo>
                    <a:pt x="359" y="136"/>
                    <a:pt x="372" y="43"/>
                    <a:pt x="307" y="35"/>
                  </a:cubicBezTo>
                  <a:cubicBezTo>
                    <a:pt x="266" y="18"/>
                    <a:pt x="232" y="10"/>
                    <a:pt x="190" y="10"/>
                  </a:cubicBezTo>
                  <a:lnTo>
                    <a:pt x="82" y="1"/>
                  </a:lnTo>
                  <a:cubicBezTo>
                    <a:pt x="79" y="1"/>
                    <a:pt x="76" y="1"/>
                    <a:pt x="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55;p53">
              <a:extLst>
                <a:ext uri="{FF2B5EF4-FFF2-40B4-BE49-F238E27FC236}">
                  <a16:creationId xmlns:a16="http://schemas.microsoft.com/office/drawing/2014/main" id="{ECEFFE6A-7A9C-F635-2EC5-592F8BCE0417}"/>
                </a:ext>
              </a:extLst>
            </p:cNvPr>
            <p:cNvSpPr/>
            <p:nvPr/>
          </p:nvSpPr>
          <p:spPr>
            <a:xfrm>
              <a:off x="633104" y="4198682"/>
              <a:ext cx="31466" cy="11660"/>
            </a:xfrm>
            <a:custGeom>
              <a:avLst/>
              <a:gdLst/>
              <a:ahLst/>
              <a:cxnLst/>
              <a:rect l="l" t="t" r="r" b="b"/>
              <a:pathLst>
                <a:path w="486" h="193" extrusionOk="0">
                  <a:moveTo>
                    <a:pt x="93" y="0"/>
                  </a:moveTo>
                  <a:cubicBezTo>
                    <a:pt x="43" y="9"/>
                    <a:pt x="1" y="42"/>
                    <a:pt x="1" y="93"/>
                  </a:cubicBezTo>
                  <a:cubicBezTo>
                    <a:pt x="1" y="134"/>
                    <a:pt x="43" y="176"/>
                    <a:pt x="93" y="176"/>
                  </a:cubicBezTo>
                  <a:cubicBezTo>
                    <a:pt x="185" y="193"/>
                    <a:pt x="285" y="193"/>
                    <a:pt x="386" y="193"/>
                  </a:cubicBezTo>
                  <a:cubicBezTo>
                    <a:pt x="461" y="193"/>
                    <a:pt x="486" y="67"/>
                    <a:pt x="402" y="51"/>
                  </a:cubicBezTo>
                  <a:cubicBezTo>
                    <a:pt x="302" y="26"/>
                    <a:pt x="193" y="9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56;p53">
              <a:extLst>
                <a:ext uri="{FF2B5EF4-FFF2-40B4-BE49-F238E27FC236}">
                  <a16:creationId xmlns:a16="http://schemas.microsoft.com/office/drawing/2014/main" id="{008809A5-1965-0F6B-847A-7B9266FAD0B7}"/>
                </a:ext>
              </a:extLst>
            </p:cNvPr>
            <p:cNvSpPr/>
            <p:nvPr/>
          </p:nvSpPr>
          <p:spPr>
            <a:xfrm>
              <a:off x="722515" y="4200313"/>
              <a:ext cx="26545" cy="8397"/>
            </a:xfrm>
            <a:custGeom>
              <a:avLst/>
              <a:gdLst/>
              <a:ahLst/>
              <a:cxnLst/>
              <a:rect l="l" t="t" r="r" b="b"/>
              <a:pathLst>
                <a:path w="410" h="139" extrusionOk="0">
                  <a:moveTo>
                    <a:pt x="201" y="1"/>
                  </a:moveTo>
                  <a:cubicBezTo>
                    <a:pt x="159" y="1"/>
                    <a:pt x="117" y="3"/>
                    <a:pt x="75" y="7"/>
                  </a:cubicBezTo>
                  <a:cubicBezTo>
                    <a:pt x="0" y="15"/>
                    <a:pt x="0" y="116"/>
                    <a:pt x="75" y="132"/>
                  </a:cubicBezTo>
                  <a:cubicBezTo>
                    <a:pt x="117" y="137"/>
                    <a:pt x="159" y="139"/>
                    <a:pt x="201" y="139"/>
                  </a:cubicBezTo>
                  <a:cubicBezTo>
                    <a:pt x="243" y="139"/>
                    <a:pt x="285" y="137"/>
                    <a:pt x="326" y="132"/>
                  </a:cubicBezTo>
                  <a:cubicBezTo>
                    <a:pt x="410" y="132"/>
                    <a:pt x="410" y="7"/>
                    <a:pt x="326" y="7"/>
                  </a:cubicBezTo>
                  <a:cubicBezTo>
                    <a:pt x="285" y="3"/>
                    <a:pt x="243" y="1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57;p53">
              <a:extLst>
                <a:ext uri="{FF2B5EF4-FFF2-40B4-BE49-F238E27FC236}">
                  <a16:creationId xmlns:a16="http://schemas.microsoft.com/office/drawing/2014/main" id="{1C16A729-FB56-6DB9-0D64-EF89CD013F8C}"/>
                </a:ext>
              </a:extLst>
            </p:cNvPr>
            <p:cNvSpPr/>
            <p:nvPr/>
          </p:nvSpPr>
          <p:spPr>
            <a:xfrm>
              <a:off x="810243" y="4197171"/>
              <a:ext cx="11978" cy="4591"/>
            </a:xfrm>
            <a:custGeom>
              <a:avLst/>
              <a:gdLst/>
              <a:ahLst/>
              <a:cxnLst/>
              <a:rect l="l" t="t" r="r" b="b"/>
              <a:pathLst>
                <a:path w="185" h="76" extrusionOk="0">
                  <a:moveTo>
                    <a:pt x="51" y="0"/>
                  </a:moveTo>
                  <a:cubicBezTo>
                    <a:pt x="0" y="0"/>
                    <a:pt x="0" y="76"/>
                    <a:pt x="51" y="76"/>
                  </a:cubicBezTo>
                  <a:lnTo>
                    <a:pt x="134" y="76"/>
                  </a:lnTo>
                  <a:cubicBezTo>
                    <a:pt x="184" y="76"/>
                    <a:pt x="184" y="0"/>
                    <a:pt x="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8;p53">
              <a:extLst>
                <a:ext uri="{FF2B5EF4-FFF2-40B4-BE49-F238E27FC236}">
                  <a16:creationId xmlns:a16="http://schemas.microsoft.com/office/drawing/2014/main" id="{084DDC74-E581-529C-69EF-652BB58EDC47}"/>
                </a:ext>
              </a:extLst>
            </p:cNvPr>
            <p:cNvSpPr/>
            <p:nvPr/>
          </p:nvSpPr>
          <p:spPr>
            <a:xfrm>
              <a:off x="876865" y="4190043"/>
              <a:ext cx="28617" cy="9726"/>
            </a:xfrm>
            <a:custGeom>
              <a:avLst/>
              <a:gdLst/>
              <a:ahLst/>
              <a:cxnLst/>
              <a:rect l="l" t="t" r="r" b="b"/>
              <a:pathLst>
                <a:path w="442" h="161" extrusionOk="0">
                  <a:moveTo>
                    <a:pt x="343" y="1"/>
                  </a:moveTo>
                  <a:cubicBezTo>
                    <a:pt x="340" y="1"/>
                    <a:pt x="338" y="1"/>
                    <a:pt x="335" y="1"/>
                  </a:cubicBezTo>
                  <a:cubicBezTo>
                    <a:pt x="293" y="5"/>
                    <a:pt x="253" y="8"/>
                    <a:pt x="215" y="8"/>
                  </a:cubicBezTo>
                  <a:cubicBezTo>
                    <a:pt x="176" y="8"/>
                    <a:pt x="138" y="5"/>
                    <a:pt x="101" y="1"/>
                  </a:cubicBezTo>
                  <a:cubicBezTo>
                    <a:pt x="51" y="1"/>
                    <a:pt x="0" y="77"/>
                    <a:pt x="59" y="110"/>
                  </a:cubicBezTo>
                  <a:cubicBezTo>
                    <a:pt x="118" y="142"/>
                    <a:pt x="181" y="161"/>
                    <a:pt x="245" y="161"/>
                  </a:cubicBezTo>
                  <a:cubicBezTo>
                    <a:pt x="281" y="161"/>
                    <a:pt x="316" y="155"/>
                    <a:pt x="352" y="143"/>
                  </a:cubicBezTo>
                  <a:cubicBezTo>
                    <a:pt x="441" y="135"/>
                    <a:pt x="428" y="1"/>
                    <a:pt x="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59;p53">
              <a:extLst>
                <a:ext uri="{FF2B5EF4-FFF2-40B4-BE49-F238E27FC236}">
                  <a16:creationId xmlns:a16="http://schemas.microsoft.com/office/drawing/2014/main" id="{A0F1FA20-98E9-9F5D-AC2D-2D33283A7813}"/>
                </a:ext>
              </a:extLst>
            </p:cNvPr>
            <p:cNvSpPr/>
            <p:nvPr/>
          </p:nvSpPr>
          <p:spPr>
            <a:xfrm>
              <a:off x="951061" y="4184908"/>
              <a:ext cx="39041" cy="12445"/>
            </a:xfrm>
            <a:custGeom>
              <a:avLst/>
              <a:gdLst/>
              <a:ahLst/>
              <a:cxnLst/>
              <a:rect l="l" t="t" r="r" b="b"/>
              <a:pathLst>
                <a:path w="603" h="206" extrusionOk="0">
                  <a:moveTo>
                    <a:pt x="425" y="0"/>
                  </a:moveTo>
                  <a:cubicBezTo>
                    <a:pt x="314" y="0"/>
                    <a:pt x="205" y="17"/>
                    <a:pt x="101" y="44"/>
                  </a:cubicBezTo>
                  <a:cubicBezTo>
                    <a:pt x="0" y="61"/>
                    <a:pt x="26" y="203"/>
                    <a:pt x="118" y="203"/>
                  </a:cubicBezTo>
                  <a:cubicBezTo>
                    <a:pt x="141" y="205"/>
                    <a:pt x="163" y="206"/>
                    <a:pt x="186" y="206"/>
                  </a:cubicBezTo>
                  <a:cubicBezTo>
                    <a:pt x="297" y="206"/>
                    <a:pt x="408" y="189"/>
                    <a:pt x="519" y="162"/>
                  </a:cubicBezTo>
                  <a:cubicBezTo>
                    <a:pt x="603" y="128"/>
                    <a:pt x="586" y="3"/>
                    <a:pt x="494" y="3"/>
                  </a:cubicBezTo>
                  <a:cubicBezTo>
                    <a:pt x="471" y="1"/>
                    <a:pt x="448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60;p53">
              <a:extLst>
                <a:ext uri="{FF2B5EF4-FFF2-40B4-BE49-F238E27FC236}">
                  <a16:creationId xmlns:a16="http://schemas.microsoft.com/office/drawing/2014/main" id="{DF1850DF-524F-BA9B-A9AD-E5281BCFE5A0}"/>
                </a:ext>
              </a:extLst>
            </p:cNvPr>
            <p:cNvSpPr/>
            <p:nvPr/>
          </p:nvSpPr>
          <p:spPr>
            <a:xfrm>
              <a:off x="1044745" y="4186660"/>
              <a:ext cx="34768" cy="9908"/>
            </a:xfrm>
            <a:custGeom>
              <a:avLst/>
              <a:gdLst/>
              <a:ahLst/>
              <a:cxnLst/>
              <a:rect l="l" t="t" r="r" b="b"/>
              <a:pathLst>
                <a:path w="537" h="164" extrusionOk="0">
                  <a:moveTo>
                    <a:pt x="261" y="1"/>
                  </a:moveTo>
                  <a:cubicBezTo>
                    <a:pt x="204" y="1"/>
                    <a:pt x="147" y="3"/>
                    <a:pt x="93" y="7"/>
                  </a:cubicBezTo>
                  <a:cubicBezTo>
                    <a:pt x="1" y="15"/>
                    <a:pt x="1" y="141"/>
                    <a:pt x="93" y="158"/>
                  </a:cubicBezTo>
                  <a:cubicBezTo>
                    <a:pt x="147" y="162"/>
                    <a:pt x="204" y="164"/>
                    <a:pt x="261" y="164"/>
                  </a:cubicBezTo>
                  <a:cubicBezTo>
                    <a:pt x="319" y="164"/>
                    <a:pt x="377" y="162"/>
                    <a:pt x="436" y="158"/>
                  </a:cubicBezTo>
                  <a:cubicBezTo>
                    <a:pt x="536" y="158"/>
                    <a:pt x="536" y="7"/>
                    <a:pt x="436" y="7"/>
                  </a:cubicBezTo>
                  <a:cubicBezTo>
                    <a:pt x="377" y="3"/>
                    <a:pt x="319" y="1"/>
                    <a:pt x="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61;p53">
              <a:extLst>
                <a:ext uri="{FF2B5EF4-FFF2-40B4-BE49-F238E27FC236}">
                  <a16:creationId xmlns:a16="http://schemas.microsoft.com/office/drawing/2014/main" id="{374CC34E-F0CA-13D7-B74D-71CF44607346}"/>
                </a:ext>
              </a:extLst>
            </p:cNvPr>
            <p:cNvSpPr/>
            <p:nvPr/>
          </p:nvSpPr>
          <p:spPr>
            <a:xfrm>
              <a:off x="1125999" y="4188593"/>
              <a:ext cx="39624" cy="10149"/>
            </a:xfrm>
            <a:custGeom>
              <a:avLst/>
              <a:gdLst/>
              <a:ahLst/>
              <a:cxnLst/>
              <a:rect l="l" t="t" r="r" b="b"/>
              <a:pathLst>
                <a:path w="612" h="168" extrusionOk="0">
                  <a:moveTo>
                    <a:pt x="385" y="0"/>
                  </a:moveTo>
                  <a:cubicBezTo>
                    <a:pt x="279" y="0"/>
                    <a:pt x="173" y="11"/>
                    <a:pt x="68" y="34"/>
                  </a:cubicBezTo>
                  <a:cubicBezTo>
                    <a:pt x="1" y="50"/>
                    <a:pt x="17" y="167"/>
                    <a:pt x="93" y="167"/>
                  </a:cubicBezTo>
                  <a:cubicBezTo>
                    <a:pt x="243" y="151"/>
                    <a:pt x="394" y="134"/>
                    <a:pt x="544" y="134"/>
                  </a:cubicBezTo>
                  <a:cubicBezTo>
                    <a:pt x="611" y="126"/>
                    <a:pt x="611" y="17"/>
                    <a:pt x="544" y="9"/>
                  </a:cubicBezTo>
                  <a:cubicBezTo>
                    <a:pt x="491" y="3"/>
                    <a:pt x="438" y="0"/>
                    <a:pt x="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62;p53">
              <a:extLst>
                <a:ext uri="{FF2B5EF4-FFF2-40B4-BE49-F238E27FC236}">
                  <a16:creationId xmlns:a16="http://schemas.microsoft.com/office/drawing/2014/main" id="{AEE34F90-5DC0-432E-4D42-B1A89454B758}"/>
                </a:ext>
              </a:extLst>
            </p:cNvPr>
            <p:cNvSpPr/>
            <p:nvPr/>
          </p:nvSpPr>
          <p:spPr>
            <a:xfrm>
              <a:off x="1201425" y="4190587"/>
              <a:ext cx="29588" cy="10391"/>
            </a:xfrm>
            <a:custGeom>
              <a:avLst/>
              <a:gdLst/>
              <a:ahLst/>
              <a:cxnLst/>
              <a:rect l="l" t="t" r="r" b="b"/>
              <a:pathLst>
                <a:path w="457" h="172" extrusionOk="0">
                  <a:moveTo>
                    <a:pt x="374" y="0"/>
                  </a:moveTo>
                  <a:cubicBezTo>
                    <a:pt x="372" y="0"/>
                    <a:pt x="369" y="0"/>
                    <a:pt x="367" y="1"/>
                  </a:cubicBezTo>
                  <a:cubicBezTo>
                    <a:pt x="274" y="17"/>
                    <a:pt x="191" y="17"/>
                    <a:pt x="99" y="17"/>
                  </a:cubicBezTo>
                  <a:cubicBezTo>
                    <a:pt x="96" y="17"/>
                    <a:pt x="94" y="17"/>
                    <a:pt x="92" y="17"/>
                  </a:cubicBezTo>
                  <a:cubicBezTo>
                    <a:pt x="14" y="17"/>
                    <a:pt x="1" y="151"/>
                    <a:pt x="82" y="160"/>
                  </a:cubicBezTo>
                  <a:cubicBezTo>
                    <a:pt x="117" y="168"/>
                    <a:pt x="152" y="171"/>
                    <a:pt x="186" y="171"/>
                  </a:cubicBezTo>
                  <a:cubicBezTo>
                    <a:pt x="260" y="171"/>
                    <a:pt x="332" y="155"/>
                    <a:pt x="400" y="126"/>
                  </a:cubicBezTo>
                  <a:cubicBezTo>
                    <a:pt x="456" y="94"/>
                    <a:pt x="435" y="0"/>
                    <a:pt x="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63;p53">
              <a:extLst>
                <a:ext uri="{FF2B5EF4-FFF2-40B4-BE49-F238E27FC236}">
                  <a16:creationId xmlns:a16="http://schemas.microsoft.com/office/drawing/2014/main" id="{506052F8-0C81-25B9-0774-2ED8F3E8F209}"/>
                </a:ext>
              </a:extLst>
            </p:cNvPr>
            <p:cNvSpPr/>
            <p:nvPr/>
          </p:nvSpPr>
          <p:spPr>
            <a:xfrm>
              <a:off x="1283650" y="4193607"/>
              <a:ext cx="16251" cy="5135"/>
            </a:xfrm>
            <a:custGeom>
              <a:avLst/>
              <a:gdLst/>
              <a:ahLst/>
              <a:cxnLst/>
              <a:rect l="l" t="t" r="r" b="b"/>
              <a:pathLst>
                <a:path w="251" h="85" extrusionOk="0">
                  <a:moveTo>
                    <a:pt x="59" y="1"/>
                  </a:moveTo>
                  <a:cubicBezTo>
                    <a:pt x="0" y="1"/>
                    <a:pt x="0" y="84"/>
                    <a:pt x="59" y="84"/>
                  </a:cubicBezTo>
                  <a:lnTo>
                    <a:pt x="192" y="84"/>
                  </a:lnTo>
                  <a:cubicBezTo>
                    <a:pt x="251" y="84"/>
                    <a:pt x="251" y="1"/>
                    <a:pt x="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64;p53">
              <a:extLst>
                <a:ext uri="{FF2B5EF4-FFF2-40B4-BE49-F238E27FC236}">
                  <a16:creationId xmlns:a16="http://schemas.microsoft.com/office/drawing/2014/main" id="{A75E6233-0EAF-E2A1-66DD-884304FE9B2F}"/>
                </a:ext>
              </a:extLst>
            </p:cNvPr>
            <p:cNvSpPr/>
            <p:nvPr/>
          </p:nvSpPr>
          <p:spPr>
            <a:xfrm>
              <a:off x="1335639" y="4183820"/>
              <a:ext cx="33603" cy="14620"/>
            </a:xfrm>
            <a:custGeom>
              <a:avLst/>
              <a:gdLst/>
              <a:ahLst/>
              <a:cxnLst/>
              <a:rect l="l" t="t" r="r" b="b"/>
              <a:pathLst>
                <a:path w="519" h="242" extrusionOk="0">
                  <a:moveTo>
                    <a:pt x="209" y="1"/>
                  </a:moveTo>
                  <a:cubicBezTo>
                    <a:pt x="184" y="1"/>
                    <a:pt x="159" y="2"/>
                    <a:pt x="134" y="4"/>
                  </a:cubicBezTo>
                  <a:cubicBezTo>
                    <a:pt x="0" y="21"/>
                    <a:pt x="0" y="221"/>
                    <a:pt x="134" y="238"/>
                  </a:cubicBezTo>
                  <a:cubicBezTo>
                    <a:pt x="159" y="240"/>
                    <a:pt x="184" y="241"/>
                    <a:pt x="209" y="241"/>
                  </a:cubicBezTo>
                  <a:cubicBezTo>
                    <a:pt x="284" y="241"/>
                    <a:pt x="358" y="232"/>
                    <a:pt x="427" y="213"/>
                  </a:cubicBezTo>
                  <a:cubicBezTo>
                    <a:pt x="519" y="188"/>
                    <a:pt x="519" y="54"/>
                    <a:pt x="427" y="29"/>
                  </a:cubicBezTo>
                  <a:cubicBezTo>
                    <a:pt x="358" y="10"/>
                    <a:pt x="284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65;p53">
              <a:extLst>
                <a:ext uri="{FF2B5EF4-FFF2-40B4-BE49-F238E27FC236}">
                  <a16:creationId xmlns:a16="http://schemas.microsoft.com/office/drawing/2014/main" id="{B83CA5A4-0996-644C-4FA7-0D19E48A7D31}"/>
                </a:ext>
              </a:extLst>
            </p:cNvPr>
            <p:cNvSpPr/>
            <p:nvPr/>
          </p:nvSpPr>
          <p:spPr>
            <a:xfrm>
              <a:off x="433823" y="4256798"/>
              <a:ext cx="38523" cy="12385"/>
            </a:xfrm>
            <a:custGeom>
              <a:avLst/>
              <a:gdLst/>
              <a:ahLst/>
              <a:cxnLst/>
              <a:rect l="l" t="t" r="r" b="b"/>
              <a:pathLst>
                <a:path w="595" h="205" extrusionOk="0">
                  <a:moveTo>
                    <a:pt x="117" y="0"/>
                  </a:moveTo>
                  <a:cubicBezTo>
                    <a:pt x="1" y="0"/>
                    <a:pt x="11" y="168"/>
                    <a:pt x="126" y="185"/>
                  </a:cubicBezTo>
                  <a:cubicBezTo>
                    <a:pt x="211" y="197"/>
                    <a:pt x="293" y="205"/>
                    <a:pt x="376" y="205"/>
                  </a:cubicBezTo>
                  <a:cubicBezTo>
                    <a:pt x="406" y="205"/>
                    <a:pt x="437" y="204"/>
                    <a:pt x="469" y="201"/>
                  </a:cubicBezTo>
                  <a:cubicBezTo>
                    <a:pt x="569" y="201"/>
                    <a:pt x="594" y="51"/>
                    <a:pt x="494" y="34"/>
                  </a:cubicBezTo>
                  <a:cubicBezTo>
                    <a:pt x="368" y="9"/>
                    <a:pt x="251" y="1"/>
                    <a:pt x="126" y="1"/>
                  </a:cubicBezTo>
                  <a:cubicBezTo>
                    <a:pt x="123" y="0"/>
                    <a:pt x="120" y="0"/>
                    <a:pt x="1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66;p53">
              <a:extLst>
                <a:ext uri="{FF2B5EF4-FFF2-40B4-BE49-F238E27FC236}">
                  <a16:creationId xmlns:a16="http://schemas.microsoft.com/office/drawing/2014/main" id="{8BB12674-5456-DF70-4D54-815E293607FD}"/>
                </a:ext>
              </a:extLst>
            </p:cNvPr>
            <p:cNvSpPr/>
            <p:nvPr/>
          </p:nvSpPr>
          <p:spPr>
            <a:xfrm>
              <a:off x="502063" y="4262840"/>
              <a:ext cx="37941" cy="8699"/>
            </a:xfrm>
            <a:custGeom>
              <a:avLst/>
              <a:gdLst/>
              <a:ahLst/>
              <a:cxnLst/>
              <a:rect l="l" t="t" r="r" b="b"/>
              <a:pathLst>
                <a:path w="586" h="144" extrusionOk="0">
                  <a:moveTo>
                    <a:pt x="84" y="1"/>
                  </a:moveTo>
                  <a:cubicBezTo>
                    <a:pt x="0" y="9"/>
                    <a:pt x="0" y="126"/>
                    <a:pt x="84" y="143"/>
                  </a:cubicBezTo>
                  <a:cubicBezTo>
                    <a:pt x="226" y="143"/>
                    <a:pt x="368" y="143"/>
                    <a:pt x="511" y="126"/>
                  </a:cubicBezTo>
                  <a:cubicBezTo>
                    <a:pt x="586" y="126"/>
                    <a:pt x="586" y="18"/>
                    <a:pt x="511" y="18"/>
                  </a:cubicBezTo>
                  <a:cubicBezTo>
                    <a:pt x="368" y="1"/>
                    <a:pt x="226" y="1"/>
                    <a:pt x="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67;p53">
              <a:extLst>
                <a:ext uri="{FF2B5EF4-FFF2-40B4-BE49-F238E27FC236}">
                  <a16:creationId xmlns:a16="http://schemas.microsoft.com/office/drawing/2014/main" id="{C9CB9E14-99EA-A008-5C85-8F07EC269A23}"/>
                </a:ext>
              </a:extLst>
            </p:cNvPr>
            <p:cNvSpPr/>
            <p:nvPr/>
          </p:nvSpPr>
          <p:spPr>
            <a:xfrm>
              <a:off x="563246" y="4262719"/>
              <a:ext cx="34703" cy="9847"/>
            </a:xfrm>
            <a:custGeom>
              <a:avLst/>
              <a:gdLst/>
              <a:ahLst/>
              <a:cxnLst/>
              <a:rect l="l" t="t" r="r" b="b"/>
              <a:pathLst>
                <a:path w="536" h="163" extrusionOk="0">
                  <a:moveTo>
                    <a:pt x="383" y="1"/>
                  </a:moveTo>
                  <a:cubicBezTo>
                    <a:pt x="273" y="1"/>
                    <a:pt x="163" y="17"/>
                    <a:pt x="59" y="45"/>
                  </a:cubicBezTo>
                  <a:cubicBezTo>
                    <a:pt x="9" y="62"/>
                    <a:pt x="1" y="145"/>
                    <a:pt x="59" y="154"/>
                  </a:cubicBezTo>
                  <a:cubicBezTo>
                    <a:pt x="107" y="159"/>
                    <a:pt x="153" y="162"/>
                    <a:pt x="199" y="162"/>
                  </a:cubicBezTo>
                  <a:cubicBezTo>
                    <a:pt x="283" y="162"/>
                    <a:pt x="366" y="153"/>
                    <a:pt x="452" y="137"/>
                  </a:cubicBezTo>
                  <a:cubicBezTo>
                    <a:pt x="533" y="129"/>
                    <a:pt x="536" y="3"/>
                    <a:pt x="460" y="3"/>
                  </a:cubicBezTo>
                  <a:cubicBezTo>
                    <a:pt x="457" y="3"/>
                    <a:pt x="455" y="3"/>
                    <a:pt x="452" y="3"/>
                  </a:cubicBezTo>
                  <a:cubicBezTo>
                    <a:pt x="429" y="2"/>
                    <a:pt x="406" y="1"/>
                    <a:pt x="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68;p53">
              <a:extLst>
                <a:ext uri="{FF2B5EF4-FFF2-40B4-BE49-F238E27FC236}">
                  <a16:creationId xmlns:a16="http://schemas.microsoft.com/office/drawing/2014/main" id="{514D7A4B-42B9-1F9F-5623-E5314DDC8451}"/>
                </a:ext>
              </a:extLst>
            </p:cNvPr>
            <p:cNvSpPr/>
            <p:nvPr/>
          </p:nvSpPr>
          <p:spPr>
            <a:xfrm>
              <a:off x="626630" y="4263746"/>
              <a:ext cx="31984" cy="11358"/>
            </a:xfrm>
            <a:custGeom>
              <a:avLst/>
              <a:gdLst/>
              <a:ahLst/>
              <a:cxnLst/>
              <a:rect l="l" t="t" r="r" b="b"/>
              <a:pathLst>
                <a:path w="494" h="188" extrusionOk="0">
                  <a:moveTo>
                    <a:pt x="164" y="1"/>
                  </a:moveTo>
                  <a:cubicBezTo>
                    <a:pt x="146" y="1"/>
                    <a:pt x="128" y="1"/>
                    <a:pt x="109" y="3"/>
                  </a:cubicBezTo>
                  <a:cubicBezTo>
                    <a:pt x="17" y="11"/>
                    <a:pt x="0" y="128"/>
                    <a:pt x="84" y="162"/>
                  </a:cubicBezTo>
                  <a:cubicBezTo>
                    <a:pt x="154" y="178"/>
                    <a:pt x="228" y="187"/>
                    <a:pt x="301" y="187"/>
                  </a:cubicBezTo>
                  <a:cubicBezTo>
                    <a:pt x="341" y="187"/>
                    <a:pt x="380" y="184"/>
                    <a:pt x="419" y="178"/>
                  </a:cubicBezTo>
                  <a:cubicBezTo>
                    <a:pt x="494" y="170"/>
                    <a:pt x="477" y="70"/>
                    <a:pt x="419" y="45"/>
                  </a:cubicBezTo>
                  <a:cubicBezTo>
                    <a:pt x="335" y="17"/>
                    <a:pt x="252" y="1"/>
                    <a:pt x="1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69;p53">
              <a:extLst>
                <a:ext uri="{FF2B5EF4-FFF2-40B4-BE49-F238E27FC236}">
                  <a16:creationId xmlns:a16="http://schemas.microsoft.com/office/drawing/2014/main" id="{B750748E-F205-23A2-117B-E703345661CE}"/>
                </a:ext>
              </a:extLst>
            </p:cNvPr>
            <p:cNvSpPr/>
            <p:nvPr/>
          </p:nvSpPr>
          <p:spPr>
            <a:xfrm>
              <a:off x="699208" y="4269606"/>
              <a:ext cx="27646" cy="7974"/>
            </a:xfrm>
            <a:custGeom>
              <a:avLst/>
              <a:gdLst/>
              <a:ahLst/>
              <a:cxnLst/>
              <a:rect l="l" t="t" r="r" b="b"/>
              <a:pathLst>
                <a:path w="427" h="132" extrusionOk="0">
                  <a:moveTo>
                    <a:pt x="195" y="1"/>
                  </a:moveTo>
                  <a:cubicBezTo>
                    <a:pt x="159" y="1"/>
                    <a:pt x="122" y="3"/>
                    <a:pt x="84" y="6"/>
                  </a:cubicBezTo>
                  <a:cubicBezTo>
                    <a:pt x="0" y="6"/>
                    <a:pt x="0" y="132"/>
                    <a:pt x="84" y="132"/>
                  </a:cubicBezTo>
                  <a:cubicBezTo>
                    <a:pt x="176" y="132"/>
                    <a:pt x="260" y="132"/>
                    <a:pt x="352" y="123"/>
                  </a:cubicBezTo>
                  <a:cubicBezTo>
                    <a:pt x="427" y="123"/>
                    <a:pt x="427" y="14"/>
                    <a:pt x="352" y="14"/>
                  </a:cubicBezTo>
                  <a:cubicBezTo>
                    <a:pt x="298" y="5"/>
                    <a:pt x="247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70;p53">
              <a:extLst>
                <a:ext uri="{FF2B5EF4-FFF2-40B4-BE49-F238E27FC236}">
                  <a16:creationId xmlns:a16="http://schemas.microsoft.com/office/drawing/2014/main" id="{610C8C59-42D7-DFAA-D059-4C323C13AD40}"/>
                </a:ext>
              </a:extLst>
            </p:cNvPr>
            <p:cNvSpPr/>
            <p:nvPr/>
          </p:nvSpPr>
          <p:spPr>
            <a:xfrm>
              <a:off x="776253" y="4258309"/>
              <a:ext cx="21042" cy="10331"/>
            </a:xfrm>
            <a:custGeom>
              <a:avLst/>
              <a:gdLst/>
              <a:ahLst/>
              <a:cxnLst/>
              <a:rect l="l" t="t" r="r" b="b"/>
              <a:pathLst>
                <a:path w="325" h="171" extrusionOk="0">
                  <a:moveTo>
                    <a:pt x="90" y="0"/>
                  </a:moveTo>
                  <a:cubicBezTo>
                    <a:pt x="6" y="0"/>
                    <a:pt x="1" y="118"/>
                    <a:pt x="74" y="135"/>
                  </a:cubicBezTo>
                  <a:cubicBezTo>
                    <a:pt x="115" y="155"/>
                    <a:pt x="156" y="170"/>
                    <a:pt x="202" y="170"/>
                  </a:cubicBezTo>
                  <a:cubicBezTo>
                    <a:pt x="212" y="170"/>
                    <a:pt x="222" y="169"/>
                    <a:pt x="233" y="168"/>
                  </a:cubicBezTo>
                  <a:cubicBezTo>
                    <a:pt x="299" y="168"/>
                    <a:pt x="325" y="76"/>
                    <a:pt x="266" y="34"/>
                  </a:cubicBezTo>
                  <a:cubicBezTo>
                    <a:pt x="241" y="17"/>
                    <a:pt x="207" y="9"/>
                    <a:pt x="174" y="1"/>
                  </a:cubicBezTo>
                  <a:lnTo>
                    <a:pt x="99" y="1"/>
                  </a:lnTo>
                  <a:cubicBezTo>
                    <a:pt x="96" y="0"/>
                    <a:pt x="93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71;p53">
              <a:extLst>
                <a:ext uri="{FF2B5EF4-FFF2-40B4-BE49-F238E27FC236}">
                  <a16:creationId xmlns:a16="http://schemas.microsoft.com/office/drawing/2014/main" id="{E491DDD5-846A-A563-DA52-ED6BAECA39A3}"/>
                </a:ext>
              </a:extLst>
            </p:cNvPr>
            <p:cNvSpPr/>
            <p:nvPr/>
          </p:nvSpPr>
          <p:spPr>
            <a:xfrm>
              <a:off x="832968" y="4263383"/>
              <a:ext cx="24992" cy="10633"/>
            </a:xfrm>
            <a:custGeom>
              <a:avLst/>
              <a:gdLst/>
              <a:ahLst/>
              <a:cxnLst/>
              <a:rect l="l" t="t" r="r" b="b"/>
              <a:pathLst>
                <a:path w="386" h="176" extrusionOk="0">
                  <a:moveTo>
                    <a:pt x="210" y="0"/>
                  </a:moveTo>
                  <a:cubicBezTo>
                    <a:pt x="176" y="0"/>
                    <a:pt x="143" y="9"/>
                    <a:pt x="109" y="9"/>
                  </a:cubicBezTo>
                  <a:cubicBezTo>
                    <a:pt x="1" y="9"/>
                    <a:pt x="1" y="168"/>
                    <a:pt x="109" y="168"/>
                  </a:cubicBezTo>
                  <a:cubicBezTo>
                    <a:pt x="143" y="168"/>
                    <a:pt x="176" y="176"/>
                    <a:pt x="210" y="176"/>
                  </a:cubicBezTo>
                  <a:cubicBezTo>
                    <a:pt x="243" y="176"/>
                    <a:pt x="277" y="168"/>
                    <a:pt x="319" y="159"/>
                  </a:cubicBezTo>
                  <a:cubicBezTo>
                    <a:pt x="386" y="143"/>
                    <a:pt x="386" y="34"/>
                    <a:pt x="319" y="17"/>
                  </a:cubicBezTo>
                  <a:cubicBezTo>
                    <a:pt x="277" y="9"/>
                    <a:pt x="243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72;p53">
              <a:extLst>
                <a:ext uri="{FF2B5EF4-FFF2-40B4-BE49-F238E27FC236}">
                  <a16:creationId xmlns:a16="http://schemas.microsoft.com/office/drawing/2014/main" id="{89CA1F2C-7EC3-8F95-B275-FF4926000F19}"/>
                </a:ext>
              </a:extLst>
            </p:cNvPr>
            <p:cNvSpPr/>
            <p:nvPr/>
          </p:nvSpPr>
          <p:spPr>
            <a:xfrm>
              <a:off x="905546" y="4260665"/>
              <a:ext cx="33020" cy="14137"/>
            </a:xfrm>
            <a:custGeom>
              <a:avLst/>
              <a:gdLst/>
              <a:ahLst/>
              <a:cxnLst/>
              <a:rect l="l" t="t" r="r" b="b"/>
              <a:pathLst>
                <a:path w="510" h="234" extrusionOk="0">
                  <a:moveTo>
                    <a:pt x="235" y="0"/>
                  </a:moveTo>
                  <a:cubicBezTo>
                    <a:pt x="192" y="0"/>
                    <a:pt x="150" y="7"/>
                    <a:pt x="109" y="20"/>
                  </a:cubicBezTo>
                  <a:cubicBezTo>
                    <a:pt x="1" y="45"/>
                    <a:pt x="26" y="196"/>
                    <a:pt x="135" y="204"/>
                  </a:cubicBezTo>
                  <a:cubicBezTo>
                    <a:pt x="201" y="204"/>
                    <a:pt x="268" y="213"/>
                    <a:pt x="344" y="229"/>
                  </a:cubicBezTo>
                  <a:cubicBezTo>
                    <a:pt x="354" y="232"/>
                    <a:pt x="364" y="234"/>
                    <a:pt x="373" y="234"/>
                  </a:cubicBezTo>
                  <a:cubicBezTo>
                    <a:pt x="464" y="234"/>
                    <a:pt x="510" y="98"/>
                    <a:pt x="419" y="45"/>
                  </a:cubicBezTo>
                  <a:cubicBezTo>
                    <a:pt x="364" y="15"/>
                    <a:pt x="300" y="0"/>
                    <a:pt x="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73;p53">
              <a:extLst>
                <a:ext uri="{FF2B5EF4-FFF2-40B4-BE49-F238E27FC236}">
                  <a16:creationId xmlns:a16="http://schemas.microsoft.com/office/drawing/2014/main" id="{DF292C77-B992-E045-7FB8-AE0FB3E08E90}"/>
                </a:ext>
              </a:extLst>
            </p:cNvPr>
            <p:cNvSpPr/>
            <p:nvPr/>
          </p:nvSpPr>
          <p:spPr>
            <a:xfrm>
              <a:off x="987318" y="4268579"/>
              <a:ext cx="21754" cy="10391"/>
            </a:xfrm>
            <a:custGeom>
              <a:avLst/>
              <a:gdLst/>
              <a:ahLst/>
              <a:cxnLst/>
              <a:rect l="l" t="t" r="r" b="b"/>
              <a:pathLst>
                <a:path w="336" h="172" extrusionOk="0">
                  <a:moveTo>
                    <a:pt x="169" y="0"/>
                  </a:moveTo>
                  <a:cubicBezTo>
                    <a:pt x="143" y="0"/>
                    <a:pt x="118" y="2"/>
                    <a:pt x="93" y="6"/>
                  </a:cubicBezTo>
                  <a:cubicBezTo>
                    <a:pt x="1" y="23"/>
                    <a:pt x="1" y="149"/>
                    <a:pt x="93" y="165"/>
                  </a:cubicBezTo>
                  <a:cubicBezTo>
                    <a:pt x="118" y="169"/>
                    <a:pt x="143" y="172"/>
                    <a:pt x="169" y="172"/>
                  </a:cubicBezTo>
                  <a:cubicBezTo>
                    <a:pt x="195" y="172"/>
                    <a:pt x="223" y="169"/>
                    <a:pt x="252" y="165"/>
                  </a:cubicBezTo>
                  <a:cubicBezTo>
                    <a:pt x="336" y="149"/>
                    <a:pt x="336" y="23"/>
                    <a:pt x="252" y="6"/>
                  </a:cubicBezTo>
                  <a:cubicBezTo>
                    <a:pt x="223" y="2"/>
                    <a:pt x="195" y="0"/>
                    <a:pt x="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74;p53">
              <a:extLst>
                <a:ext uri="{FF2B5EF4-FFF2-40B4-BE49-F238E27FC236}">
                  <a16:creationId xmlns:a16="http://schemas.microsoft.com/office/drawing/2014/main" id="{274A0CED-990E-EAF2-75A9-BE669C7571AC}"/>
                </a:ext>
              </a:extLst>
            </p:cNvPr>
            <p:cNvSpPr/>
            <p:nvPr/>
          </p:nvSpPr>
          <p:spPr>
            <a:xfrm>
              <a:off x="1046882" y="4265377"/>
              <a:ext cx="32049" cy="14982"/>
            </a:xfrm>
            <a:custGeom>
              <a:avLst/>
              <a:gdLst/>
              <a:ahLst/>
              <a:cxnLst/>
              <a:rect l="l" t="t" r="r" b="b"/>
              <a:pathLst>
                <a:path w="495" h="248" extrusionOk="0">
                  <a:moveTo>
                    <a:pt x="261" y="1"/>
                  </a:moveTo>
                  <a:cubicBezTo>
                    <a:pt x="219" y="9"/>
                    <a:pt x="177" y="26"/>
                    <a:pt x="135" y="34"/>
                  </a:cubicBezTo>
                  <a:cubicBezTo>
                    <a:pt x="1" y="58"/>
                    <a:pt x="23" y="245"/>
                    <a:pt x="138" y="245"/>
                  </a:cubicBezTo>
                  <a:cubicBezTo>
                    <a:pt x="145" y="245"/>
                    <a:pt x="153" y="245"/>
                    <a:pt x="160" y="243"/>
                  </a:cubicBezTo>
                  <a:cubicBezTo>
                    <a:pt x="174" y="246"/>
                    <a:pt x="189" y="247"/>
                    <a:pt x="204" y="247"/>
                  </a:cubicBezTo>
                  <a:cubicBezTo>
                    <a:pt x="234" y="247"/>
                    <a:pt x="266" y="243"/>
                    <a:pt x="294" y="243"/>
                  </a:cubicBezTo>
                  <a:cubicBezTo>
                    <a:pt x="336" y="227"/>
                    <a:pt x="386" y="210"/>
                    <a:pt x="419" y="193"/>
                  </a:cubicBezTo>
                  <a:cubicBezTo>
                    <a:pt x="495" y="151"/>
                    <a:pt x="486" y="34"/>
                    <a:pt x="403" y="18"/>
                  </a:cubicBezTo>
                  <a:cubicBezTo>
                    <a:pt x="353" y="1"/>
                    <a:pt x="311" y="1"/>
                    <a:pt x="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75;p53">
              <a:extLst>
                <a:ext uri="{FF2B5EF4-FFF2-40B4-BE49-F238E27FC236}">
                  <a16:creationId xmlns:a16="http://schemas.microsoft.com/office/drawing/2014/main" id="{70AC6CAD-DBB1-69B0-B594-B434FD53BA96}"/>
                </a:ext>
              </a:extLst>
            </p:cNvPr>
            <p:cNvSpPr/>
            <p:nvPr/>
          </p:nvSpPr>
          <p:spPr>
            <a:xfrm>
              <a:off x="1143868" y="4263383"/>
              <a:ext cx="15798" cy="10633"/>
            </a:xfrm>
            <a:custGeom>
              <a:avLst/>
              <a:gdLst/>
              <a:ahLst/>
              <a:cxnLst/>
              <a:rect l="l" t="t" r="r" b="b"/>
              <a:pathLst>
                <a:path w="244" h="176" extrusionOk="0">
                  <a:moveTo>
                    <a:pt x="109" y="0"/>
                  </a:moveTo>
                  <a:cubicBezTo>
                    <a:pt x="1" y="17"/>
                    <a:pt x="1" y="168"/>
                    <a:pt x="109" y="176"/>
                  </a:cubicBezTo>
                  <a:cubicBezTo>
                    <a:pt x="134" y="176"/>
                    <a:pt x="168" y="176"/>
                    <a:pt x="201" y="151"/>
                  </a:cubicBezTo>
                  <a:cubicBezTo>
                    <a:pt x="243" y="126"/>
                    <a:pt x="243" y="51"/>
                    <a:pt x="201" y="25"/>
                  </a:cubicBezTo>
                  <a:cubicBezTo>
                    <a:pt x="168" y="0"/>
                    <a:pt x="134" y="0"/>
                    <a:pt x="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76;p53">
              <a:extLst>
                <a:ext uri="{FF2B5EF4-FFF2-40B4-BE49-F238E27FC236}">
                  <a16:creationId xmlns:a16="http://schemas.microsoft.com/office/drawing/2014/main" id="{50333CE2-4D36-72BD-6DD4-F279DE803183}"/>
                </a:ext>
              </a:extLst>
            </p:cNvPr>
            <p:cNvSpPr/>
            <p:nvPr/>
          </p:nvSpPr>
          <p:spPr>
            <a:xfrm>
              <a:off x="1193721" y="4263565"/>
              <a:ext cx="24409" cy="17399"/>
            </a:xfrm>
            <a:custGeom>
              <a:avLst/>
              <a:gdLst/>
              <a:ahLst/>
              <a:cxnLst/>
              <a:rect l="l" t="t" r="r" b="b"/>
              <a:pathLst>
                <a:path w="377" h="288" extrusionOk="0">
                  <a:moveTo>
                    <a:pt x="208" y="1"/>
                  </a:moveTo>
                  <a:cubicBezTo>
                    <a:pt x="195" y="1"/>
                    <a:pt x="181" y="2"/>
                    <a:pt x="168" y="6"/>
                  </a:cubicBezTo>
                  <a:cubicBezTo>
                    <a:pt x="126" y="22"/>
                    <a:pt x="84" y="48"/>
                    <a:pt x="50" y="81"/>
                  </a:cubicBezTo>
                  <a:cubicBezTo>
                    <a:pt x="9" y="123"/>
                    <a:pt x="0" y="190"/>
                    <a:pt x="42" y="240"/>
                  </a:cubicBezTo>
                  <a:cubicBezTo>
                    <a:pt x="64" y="272"/>
                    <a:pt x="99" y="287"/>
                    <a:pt x="135" y="287"/>
                  </a:cubicBezTo>
                  <a:cubicBezTo>
                    <a:pt x="155" y="287"/>
                    <a:pt x="175" y="282"/>
                    <a:pt x="193" y="273"/>
                  </a:cubicBezTo>
                  <a:lnTo>
                    <a:pt x="226" y="273"/>
                  </a:lnTo>
                  <a:cubicBezTo>
                    <a:pt x="268" y="265"/>
                    <a:pt x="301" y="248"/>
                    <a:pt x="327" y="223"/>
                  </a:cubicBezTo>
                  <a:cubicBezTo>
                    <a:pt x="368" y="190"/>
                    <a:pt x="377" y="131"/>
                    <a:pt x="343" y="81"/>
                  </a:cubicBezTo>
                  <a:cubicBezTo>
                    <a:pt x="317" y="27"/>
                    <a:pt x="263" y="1"/>
                    <a:pt x="2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77;p53">
              <a:extLst>
                <a:ext uri="{FF2B5EF4-FFF2-40B4-BE49-F238E27FC236}">
                  <a16:creationId xmlns:a16="http://schemas.microsoft.com/office/drawing/2014/main" id="{D9F1796F-7B2D-10D4-C342-A7A7F7190DDC}"/>
                </a:ext>
              </a:extLst>
            </p:cNvPr>
            <p:cNvSpPr/>
            <p:nvPr/>
          </p:nvSpPr>
          <p:spPr>
            <a:xfrm>
              <a:off x="1264292" y="4261631"/>
              <a:ext cx="31984" cy="9424"/>
            </a:xfrm>
            <a:custGeom>
              <a:avLst/>
              <a:gdLst/>
              <a:ahLst/>
              <a:cxnLst/>
              <a:rect l="l" t="t" r="r" b="b"/>
              <a:pathLst>
                <a:path w="494" h="156" extrusionOk="0">
                  <a:moveTo>
                    <a:pt x="411" y="1"/>
                  </a:moveTo>
                  <a:cubicBezTo>
                    <a:pt x="405" y="1"/>
                    <a:pt x="398" y="2"/>
                    <a:pt x="391" y="4"/>
                  </a:cubicBezTo>
                  <a:cubicBezTo>
                    <a:pt x="332" y="24"/>
                    <a:pt x="271" y="32"/>
                    <a:pt x="209" y="32"/>
                  </a:cubicBezTo>
                  <a:cubicBezTo>
                    <a:pt x="166" y="32"/>
                    <a:pt x="123" y="28"/>
                    <a:pt x="82" y="21"/>
                  </a:cubicBezTo>
                  <a:cubicBezTo>
                    <a:pt x="78" y="21"/>
                    <a:pt x="75" y="20"/>
                    <a:pt x="73" y="20"/>
                  </a:cubicBezTo>
                  <a:cubicBezTo>
                    <a:pt x="21" y="20"/>
                    <a:pt x="1" y="89"/>
                    <a:pt x="56" y="113"/>
                  </a:cubicBezTo>
                  <a:cubicBezTo>
                    <a:pt x="120" y="140"/>
                    <a:pt x="188" y="155"/>
                    <a:pt x="257" y="155"/>
                  </a:cubicBezTo>
                  <a:cubicBezTo>
                    <a:pt x="316" y="155"/>
                    <a:pt x="375" y="144"/>
                    <a:pt x="433" y="121"/>
                  </a:cubicBezTo>
                  <a:cubicBezTo>
                    <a:pt x="493" y="99"/>
                    <a:pt x="472" y="1"/>
                    <a:pt x="4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78;p53">
              <a:extLst>
                <a:ext uri="{FF2B5EF4-FFF2-40B4-BE49-F238E27FC236}">
                  <a16:creationId xmlns:a16="http://schemas.microsoft.com/office/drawing/2014/main" id="{C2CB9B92-68F6-416C-6029-1E752E4F828A}"/>
                </a:ext>
              </a:extLst>
            </p:cNvPr>
            <p:cNvSpPr/>
            <p:nvPr/>
          </p:nvSpPr>
          <p:spPr>
            <a:xfrm>
              <a:off x="1340495" y="4263021"/>
              <a:ext cx="34185" cy="10995"/>
            </a:xfrm>
            <a:custGeom>
              <a:avLst/>
              <a:gdLst/>
              <a:ahLst/>
              <a:cxnLst/>
              <a:rect l="l" t="t" r="r" b="b"/>
              <a:pathLst>
                <a:path w="528" h="182" extrusionOk="0">
                  <a:moveTo>
                    <a:pt x="273" y="0"/>
                  </a:moveTo>
                  <a:cubicBezTo>
                    <a:pt x="220" y="0"/>
                    <a:pt x="168" y="2"/>
                    <a:pt x="118" y="6"/>
                  </a:cubicBezTo>
                  <a:cubicBezTo>
                    <a:pt x="0" y="6"/>
                    <a:pt x="0" y="182"/>
                    <a:pt x="118" y="182"/>
                  </a:cubicBezTo>
                  <a:lnTo>
                    <a:pt x="435" y="182"/>
                  </a:lnTo>
                  <a:cubicBezTo>
                    <a:pt x="527" y="157"/>
                    <a:pt x="527" y="31"/>
                    <a:pt x="435" y="6"/>
                  </a:cubicBezTo>
                  <a:cubicBezTo>
                    <a:pt x="381" y="2"/>
                    <a:pt x="327" y="0"/>
                    <a:pt x="2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79;p53">
              <a:extLst>
                <a:ext uri="{FF2B5EF4-FFF2-40B4-BE49-F238E27FC236}">
                  <a16:creationId xmlns:a16="http://schemas.microsoft.com/office/drawing/2014/main" id="{BE8520B6-EB41-554A-8893-70B92C82AB5C}"/>
                </a:ext>
              </a:extLst>
            </p:cNvPr>
            <p:cNvSpPr/>
            <p:nvPr/>
          </p:nvSpPr>
          <p:spPr>
            <a:xfrm>
              <a:off x="1418123" y="4273774"/>
              <a:ext cx="33991" cy="11418"/>
            </a:xfrm>
            <a:custGeom>
              <a:avLst/>
              <a:gdLst/>
              <a:ahLst/>
              <a:cxnLst/>
              <a:rect l="l" t="t" r="r" b="b"/>
              <a:pathLst>
                <a:path w="525" h="189" extrusionOk="0">
                  <a:moveTo>
                    <a:pt x="327" y="1"/>
                  </a:moveTo>
                  <a:cubicBezTo>
                    <a:pt x="309" y="1"/>
                    <a:pt x="291" y="2"/>
                    <a:pt x="274" y="4"/>
                  </a:cubicBezTo>
                  <a:cubicBezTo>
                    <a:pt x="215" y="4"/>
                    <a:pt x="157" y="21"/>
                    <a:pt x="98" y="29"/>
                  </a:cubicBezTo>
                  <a:cubicBezTo>
                    <a:pt x="0" y="37"/>
                    <a:pt x="22" y="188"/>
                    <a:pt x="108" y="188"/>
                  </a:cubicBezTo>
                  <a:cubicBezTo>
                    <a:pt x="110" y="188"/>
                    <a:pt x="112" y="188"/>
                    <a:pt x="115" y="188"/>
                  </a:cubicBezTo>
                  <a:cubicBezTo>
                    <a:pt x="232" y="188"/>
                    <a:pt x="341" y="171"/>
                    <a:pt x="458" y="138"/>
                  </a:cubicBezTo>
                  <a:cubicBezTo>
                    <a:pt x="508" y="121"/>
                    <a:pt x="525" y="29"/>
                    <a:pt x="458" y="12"/>
                  </a:cubicBezTo>
                  <a:cubicBezTo>
                    <a:pt x="416" y="6"/>
                    <a:pt x="371" y="1"/>
                    <a:pt x="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80;p53">
              <a:extLst>
                <a:ext uri="{FF2B5EF4-FFF2-40B4-BE49-F238E27FC236}">
                  <a16:creationId xmlns:a16="http://schemas.microsoft.com/office/drawing/2014/main" id="{47BA81D6-5E0B-53B5-45EB-9F3058C7D6D7}"/>
                </a:ext>
              </a:extLst>
            </p:cNvPr>
            <p:cNvSpPr/>
            <p:nvPr/>
          </p:nvSpPr>
          <p:spPr>
            <a:xfrm>
              <a:off x="1488305" y="4273533"/>
              <a:ext cx="36387" cy="14137"/>
            </a:xfrm>
            <a:custGeom>
              <a:avLst/>
              <a:gdLst/>
              <a:ahLst/>
              <a:cxnLst/>
              <a:rect l="l" t="t" r="r" b="b"/>
              <a:pathLst>
                <a:path w="562" h="234" extrusionOk="0">
                  <a:moveTo>
                    <a:pt x="270" y="1"/>
                  </a:moveTo>
                  <a:cubicBezTo>
                    <a:pt x="212" y="1"/>
                    <a:pt x="155" y="12"/>
                    <a:pt x="102" y="33"/>
                  </a:cubicBezTo>
                  <a:cubicBezTo>
                    <a:pt x="0" y="72"/>
                    <a:pt x="30" y="220"/>
                    <a:pt x="129" y="220"/>
                  </a:cubicBezTo>
                  <a:cubicBezTo>
                    <a:pt x="136" y="220"/>
                    <a:pt x="144" y="219"/>
                    <a:pt x="152" y="217"/>
                  </a:cubicBezTo>
                  <a:cubicBezTo>
                    <a:pt x="189" y="214"/>
                    <a:pt x="225" y="212"/>
                    <a:pt x="262" y="212"/>
                  </a:cubicBezTo>
                  <a:cubicBezTo>
                    <a:pt x="325" y="212"/>
                    <a:pt x="386" y="218"/>
                    <a:pt x="445" y="234"/>
                  </a:cubicBezTo>
                  <a:cubicBezTo>
                    <a:pt x="545" y="234"/>
                    <a:pt x="562" y="108"/>
                    <a:pt x="495" y="58"/>
                  </a:cubicBezTo>
                  <a:cubicBezTo>
                    <a:pt x="423" y="20"/>
                    <a:pt x="346" y="1"/>
                    <a:pt x="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558;p34">
            <a:extLst>
              <a:ext uri="{FF2B5EF4-FFF2-40B4-BE49-F238E27FC236}">
                <a16:creationId xmlns:a16="http://schemas.microsoft.com/office/drawing/2014/main" id="{35EFD957-6424-FE82-1AFD-8F94DED832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01948" y="903010"/>
            <a:ext cx="7912200" cy="3869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Professor </a:t>
            </a:r>
            <a:r>
              <a:rPr lang="en-US" sz="23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Alraee</a:t>
            </a:r>
            <a:endParaRPr lang="en-US" sz="2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Professor Perine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Professor Park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Montgomery County Government </a:t>
            </a:r>
          </a:p>
          <a:p>
            <a:pPr lvl="0">
              <a:lnSpc>
                <a:spcPct val="150000"/>
              </a:lnSpc>
            </a:pPr>
            <a:r>
              <a:rPr lang="en-US" sz="23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DataMontgomery</a:t>
            </a: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team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DATA205 Classmates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Science Early College Cohort!!</a:t>
            </a:r>
          </a:p>
        </p:txBody>
      </p:sp>
    </p:spTree>
    <p:extLst>
      <p:ext uri="{BB962C8B-B14F-4D97-AF65-F5344CB8AC3E}">
        <p14:creationId xmlns:p14="http://schemas.microsoft.com/office/powerpoint/2010/main" val="819012645"/>
      </p:ext>
    </p:extLst>
  </p:cSld>
  <p:clrMapOvr>
    <a:masterClrMapping/>
  </p:clrMapOvr>
</p:sld>
</file>

<file path=ppt/theme/theme1.xml><?xml version="1.0" encoding="utf-8"?>
<a:theme xmlns:a="http://schemas.openxmlformats.org/drawingml/2006/main" name="Monthly Meeting by Slidesgo">
  <a:themeElements>
    <a:clrScheme name="Simple Light">
      <a:dk1>
        <a:srgbClr val="000000"/>
      </a:dk1>
      <a:lt1>
        <a:srgbClr val="FFFFFF"/>
      </a:lt1>
      <a:dk2>
        <a:srgbClr val="FDA1B2"/>
      </a:dk2>
      <a:lt2>
        <a:srgbClr val="EFEFEF"/>
      </a:lt2>
      <a:accent1>
        <a:srgbClr val="FC6A84"/>
      </a:accent1>
      <a:accent2>
        <a:srgbClr val="FDA1B2"/>
      </a:accent2>
      <a:accent3>
        <a:srgbClr val="CF4A62"/>
      </a:accent3>
      <a:accent4>
        <a:srgbClr val="F3F3F3"/>
      </a:accent4>
      <a:accent5>
        <a:srgbClr val="FFFFFF"/>
      </a:accent5>
      <a:accent6>
        <a:srgbClr val="CF4A62"/>
      </a:accent6>
      <a:hlink>
        <a:srgbClr val="CF4A6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4A339FD2C814D9A6E11BFCC309F45" ma:contentTypeVersion="10" ma:contentTypeDescription="Create a new document." ma:contentTypeScope="" ma:versionID="50ea087b1a4401411dea029df362969d">
  <xsd:schema xmlns:xsd="http://www.w3.org/2001/XMLSchema" xmlns:xs="http://www.w3.org/2001/XMLSchema" xmlns:p="http://schemas.microsoft.com/office/2006/metadata/properties" xmlns:ns3="5f0f9f85-ce0c-4b1f-8026-f962c73d80d5" targetNamespace="http://schemas.microsoft.com/office/2006/metadata/properties" ma:root="true" ma:fieldsID="d91a3a4886b7ceebcffabb1d0e2983cb" ns3:_="">
    <xsd:import namespace="5f0f9f85-ce0c-4b1f-8026-f962c73d80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f9f85-ce0c-4b1f-8026-f962c73d80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0f9f85-ce0c-4b1f-8026-f962c73d80d5" xsi:nil="true"/>
  </documentManagement>
</p:properties>
</file>

<file path=customXml/itemProps1.xml><?xml version="1.0" encoding="utf-8"?>
<ds:datastoreItem xmlns:ds="http://schemas.openxmlformats.org/officeDocument/2006/customXml" ds:itemID="{3EC72226-CE45-4DA9-AA39-031B02B6D0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A7E960-012A-4227-AAF3-49CA9683C3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f9f85-ce0c-4b1f-8026-f962c73d8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C51E7F-4D3E-4F46-8610-3E928B26A39D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5f0f9f85-ce0c-4b1f-8026-f962c73d80d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654</Words>
  <Application>Microsoft Office PowerPoint</Application>
  <PresentationFormat>On-screen Show (16:9)</PresentationFormat>
  <Paragraphs>129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Lato</vt:lpstr>
      <vt:lpstr>ADLaM Display</vt:lpstr>
      <vt:lpstr>Arial</vt:lpstr>
      <vt:lpstr>Fira Sans Extra Condensed Medium</vt:lpstr>
      <vt:lpstr>Pacifico</vt:lpstr>
      <vt:lpstr>Courier New</vt:lpstr>
      <vt:lpstr>Gloria Hallelujah</vt:lpstr>
      <vt:lpstr>Monthly Meeting by Slidesgo</vt:lpstr>
      <vt:lpstr>MC311 Requests Pattern Analysis</vt:lpstr>
      <vt:lpstr>What is MC311?</vt:lpstr>
      <vt:lpstr>Data Ingestion + Wrangling</vt:lpstr>
      <vt:lpstr>Data Ingestion + Wrangling</vt:lpstr>
      <vt:lpstr>Basic Descriptive Statistics</vt:lpstr>
      <vt:lpstr>Goals</vt:lpstr>
      <vt:lpstr>Final Data Product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Takeaways</vt:lpstr>
      <vt:lpstr>Reflection</vt:lpstr>
      <vt:lpstr>Next Steps</vt:lpstr>
      <vt:lpstr>PowerPoint Presentation</vt:lpstr>
      <vt:lpstr>Thank you 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 Le</dc:creator>
  <cp:lastModifiedBy>Le, Han</cp:lastModifiedBy>
  <cp:revision>5</cp:revision>
  <dcterms:modified xsi:type="dcterms:W3CDTF">2026-05-09T02:11:38Z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0x010100E284A339FD2C814D9A6E11BFCC309F45</vt:lpwstr>
  </property>
</Properties>
</file>